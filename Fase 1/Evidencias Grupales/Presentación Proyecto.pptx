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8" roundtripDataSignature="AMtx7mhUvgAQcHjK1oHfgG9TQN1UrsHT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2"/>
          <p:cNvSpPr/>
          <p:nvPr>
            <p:ph idx="2" type="pic"/>
          </p:nvPr>
        </p:nvSpPr>
        <p:spPr>
          <a:xfrm>
            <a:off x="1792288" y="612775"/>
            <a:ext cx="5486400" cy="4114800"/>
          </a:xfrm>
          <a:prstGeom prst="rect">
            <a:avLst/>
          </a:prstGeom>
          <a:noFill/>
          <a:ln>
            <a:noFill/>
          </a:ln>
        </p:spPr>
      </p:sp>
      <p:sp>
        <p:nvSpPr>
          <p:cNvPr id="64" name="Google Shape;64;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5.pn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6.png"/><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3.png"/><Relationship Id="rId6"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2.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6.png"/><Relationship Id="rId8"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3.png"/><Relationship Id="rId6" Type="http://schemas.openxmlformats.org/officeDocument/2006/relationships/image" Target="../media/image16.png"/><Relationship Id="rId7"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3.png"/><Relationship Id="rId6" Type="http://schemas.openxmlformats.org/officeDocument/2006/relationships/image" Target="../media/image16.png"/><Relationship Id="rId7"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22.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6.png"/><Relationship Id="rId8"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22.png"/><Relationship Id="rId5" Type="http://schemas.openxmlformats.org/officeDocument/2006/relationships/image" Target="../media/image20.png"/><Relationship Id="rId6" Type="http://schemas.openxmlformats.org/officeDocument/2006/relationships/image" Target="../media/image19.png"/><Relationship Id="rId7" Type="http://schemas.openxmlformats.org/officeDocument/2006/relationships/image" Target="../media/image6.png"/><Relationship Id="rId8"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22.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6.png"/><Relationship Id="rId8"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22.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6.png"/><Relationship Id="rId8"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22.png"/><Relationship Id="rId5" Type="http://schemas.openxmlformats.org/officeDocument/2006/relationships/image" Target="../media/image20.png"/><Relationship Id="rId6" Type="http://schemas.openxmlformats.org/officeDocument/2006/relationships/image" Target="../media/image19.png"/><Relationship Id="rId7" Type="http://schemas.openxmlformats.org/officeDocument/2006/relationships/image" Target="../media/image6.png"/><Relationship Id="rId8"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FEEF7"/>
        </a:solidFill>
      </p:bgPr>
    </p:bg>
    <p:spTree>
      <p:nvGrpSpPr>
        <p:cNvPr id="83" name="Shape 83"/>
        <p:cNvGrpSpPr/>
        <p:nvPr/>
      </p:nvGrpSpPr>
      <p:grpSpPr>
        <a:xfrm>
          <a:off x="0" y="0"/>
          <a:ext cx="0" cy="0"/>
          <a:chOff x="0" y="0"/>
          <a:chExt cx="0" cy="0"/>
        </a:xfrm>
      </p:grpSpPr>
      <p:sp>
        <p:nvSpPr>
          <p:cNvPr id="84" name="Google Shape;84;p1"/>
          <p:cNvSpPr/>
          <p:nvPr/>
        </p:nvSpPr>
        <p:spPr>
          <a:xfrm>
            <a:off x="-3778741" y="-1210660"/>
            <a:ext cx="11497660" cy="11497660"/>
          </a:xfrm>
          <a:custGeom>
            <a:rect b="b" l="l" r="r" t="t"/>
            <a:pathLst>
              <a:path extrusionOk="0" h="11497660" w="11497660">
                <a:moveTo>
                  <a:pt x="0" y="0"/>
                </a:moveTo>
                <a:lnTo>
                  <a:pt x="11497660" y="0"/>
                </a:lnTo>
                <a:lnTo>
                  <a:pt x="11497660" y="11497660"/>
                </a:lnTo>
                <a:lnTo>
                  <a:pt x="0" y="11497660"/>
                </a:lnTo>
                <a:lnTo>
                  <a:pt x="0" y="0"/>
                </a:lnTo>
                <a:close/>
              </a:path>
            </a:pathLst>
          </a:custGeom>
          <a:blipFill rotWithShape="1">
            <a:blip r:embed="rId3">
              <a:alphaModFix amt="50000"/>
            </a:blip>
            <a:stretch>
              <a:fillRect b="0" l="0" r="0" t="0"/>
            </a:stretch>
          </a:blipFill>
          <a:ln>
            <a:noFill/>
          </a:ln>
        </p:spPr>
      </p:sp>
      <p:sp>
        <p:nvSpPr>
          <p:cNvPr id="85" name="Google Shape;85;p1"/>
          <p:cNvSpPr/>
          <p:nvPr/>
        </p:nvSpPr>
        <p:spPr>
          <a:xfrm flipH="1">
            <a:off x="13252839" y="0"/>
            <a:ext cx="11497660" cy="11497660"/>
          </a:xfrm>
          <a:custGeom>
            <a:rect b="b" l="l" r="r" t="t"/>
            <a:pathLst>
              <a:path extrusionOk="0" h="11497660" w="11497660">
                <a:moveTo>
                  <a:pt x="11497659" y="0"/>
                </a:moveTo>
                <a:lnTo>
                  <a:pt x="0" y="0"/>
                </a:lnTo>
                <a:lnTo>
                  <a:pt x="0" y="11497660"/>
                </a:lnTo>
                <a:lnTo>
                  <a:pt x="11497659" y="11497660"/>
                </a:lnTo>
                <a:lnTo>
                  <a:pt x="11497659" y="0"/>
                </a:lnTo>
                <a:close/>
              </a:path>
            </a:pathLst>
          </a:custGeom>
          <a:blipFill rotWithShape="1">
            <a:blip r:embed="rId3">
              <a:alphaModFix amt="50000"/>
            </a:blip>
            <a:stretch>
              <a:fillRect b="0" l="0" r="0" t="0"/>
            </a:stretch>
          </a:blipFill>
          <a:ln>
            <a:noFill/>
          </a:ln>
        </p:spPr>
      </p:sp>
      <p:sp>
        <p:nvSpPr>
          <p:cNvPr id="86" name="Google Shape;86;p1"/>
          <p:cNvSpPr/>
          <p:nvPr/>
        </p:nvSpPr>
        <p:spPr>
          <a:xfrm>
            <a:off x="6084263" y="4538170"/>
            <a:ext cx="11238404" cy="4720130"/>
          </a:xfrm>
          <a:custGeom>
            <a:rect b="b" l="l" r="r" t="t"/>
            <a:pathLst>
              <a:path extrusionOk="0" h="4720130" w="11238404">
                <a:moveTo>
                  <a:pt x="0" y="0"/>
                </a:moveTo>
                <a:lnTo>
                  <a:pt x="11238404" y="0"/>
                </a:lnTo>
                <a:lnTo>
                  <a:pt x="11238404" y="4720130"/>
                </a:lnTo>
                <a:lnTo>
                  <a:pt x="0" y="4720130"/>
                </a:lnTo>
                <a:lnTo>
                  <a:pt x="0" y="0"/>
                </a:lnTo>
                <a:close/>
              </a:path>
            </a:pathLst>
          </a:custGeom>
          <a:blipFill rotWithShape="1">
            <a:blip r:embed="rId4">
              <a:alphaModFix/>
            </a:blip>
            <a:stretch>
              <a:fillRect b="0" l="0" r="0" t="0"/>
            </a:stretch>
          </a:blipFill>
          <a:ln>
            <a:noFill/>
          </a:ln>
        </p:spPr>
      </p:sp>
      <p:sp>
        <p:nvSpPr>
          <p:cNvPr id="87" name="Google Shape;87;p1"/>
          <p:cNvSpPr/>
          <p:nvPr/>
        </p:nvSpPr>
        <p:spPr>
          <a:xfrm>
            <a:off x="2853375" y="2653984"/>
            <a:ext cx="11714141" cy="4129235"/>
          </a:xfrm>
          <a:custGeom>
            <a:rect b="b" l="l" r="r" t="t"/>
            <a:pathLst>
              <a:path extrusionOk="0" h="4129235" w="11714141">
                <a:moveTo>
                  <a:pt x="0" y="0"/>
                </a:moveTo>
                <a:lnTo>
                  <a:pt x="11714141" y="0"/>
                </a:lnTo>
                <a:lnTo>
                  <a:pt x="11714141" y="4129234"/>
                </a:lnTo>
                <a:lnTo>
                  <a:pt x="0" y="4129234"/>
                </a:lnTo>
                <a:lnTo>
                  <a:pt x="0" y="0"/>
                </a:lnTo>
                <a:close/>
              </a:path>
            </a:pathLst>
          </a:custGeom>
          <a:blipFill rotWithShape="1">
            <a:blip r:embed="rId5">
              <a:alphaModFix/>
            </a:blip>
            <a:stretch>
              <a:fillRect b="0" l="0" r="0" t="0"/>
            </a:stretch>
          </a:blipFill>
          <a:ln>
            <a:noFill/>
          </a:ln>
        </p:spPr>
      </p:sp>
      <p:sp>
        <p:nvSpPr>
          <p:cNvPr id="88" name="Google Shape;88;p1"/>
          <p:cNvSpPr txBox="1"/>
          <p:nvPr/>
        </p:nvSpPr>
        <p:spPr>
          <a:xfrm>
            <a:off x="3223162" y="3851618"/>
            <a:ext cx="10974566" cy="1914140"/>
          </a:xfrm>
          <a:prstGeom prst="rect">
            <a:avLst/>
          </a:prstGeom>
          <a:noFill/>
          <a:ln>
            <a:noFill/>
          </a:ln>
        </p:spPr>
        <p:txBody>
          <a:bodyPr anchorCtr="0" anchor="t" bIns="0" lIns="0" spcFirstLastPara="1" rIns="0" wrap="square" tIns="0">
            <a:spAutoFit/>
          </a:bodyPr>
          <a:lstStyle/>
          <a:p>
            <a:pPr indent="0" lvl="0" marL="0" marR="0" rtl="0" algn="ctr">
              <a:lnSpc>
                <a:spcPct val="85998"/>
              </a:lnSpc>
              <a:spcBef>
                <a:spcPts val="0"/>
              </a:spcBef>
              <a:spcAft>
                <a:spcPts val="0"/>
              </a:spcAft>
              <a:buNone/>
            </a:pPr>
            <a:r>
              <a:rPr b="0" i="0" lang="en-US" sz="14991" u="none" cap="none" strike="noStrike">
                <a:solidFill>
                  <a:srgbClr val="000000"/>
                </a:solidFill>
                <a:latin typeface="Arial"/>
                <a:ea typeface="Arial"/>
                <a:cs typeface="Arial"/>
                <a:sym typeface="Arial"/>
              </a:rPr>
              <a:t>PetHub</a:t>
            </a:r>
            <a:endParaRPr/>
          </a:p>
        </p:txBody>
      </p:sp>
      <p:sp>
        <p:nvSpPr>
          <p:cNvPr id="89" name="Google Shape;89;p1"/>
          <p:cNvSpPr/>
          <p:nvPr/>
        </p:nvSpPr>
        <p:spPr>
          <a:xfrm>
            <a:off x="1393349" y="1285536"/>
            <a:ext cx="8464088" cy="1082698"/>
          </a:xfrm>
          <a:custGeom>
            <a:rect b="b" l="l" r="r" t="t"/>
            <a:pathLst>
              <a:path extrusionOk="0" h="1082698" w="8464088">
                <a:moveTo>
                  <a:pt x="0" y="0"/>
                </a:moveTo>
                <a:lnTo>
                  <a:pt x="8464088" y="0"/>
                </a:lnTo>
                <a:lnTo>
                  <a:pt x="8464088" y="1082698"/>
                </a:lnTo>
                <a:lnTo>
                  <a:pt x="0" y="1082698"/>
                </a:lnTo>
                <a:lnTo>
                  <a:pt x="0" y="0"/>
                </a:lnTo>
                <a:close/>
              </a:path>
            </a:pathLst>
          </a:custGeom>
          <a:blipFill rotWithShape="1">
            <a:blip r:embed="rId6">
              <a:alphaModFix/>
            </a:blip>
            <a:stretch>
              <a:fillRect b="0" l="0" r="0" t="0"/>
            </a:stretch>
          </a:blipFill>
          <a:ln>
            <a:noFill/>
          </a:ln>
        </p:spPr>
      </p:sp>
      <p:sp>
        <p:nvSpPr>
          <p:cNvPr id="90" name="Google Shape;90;p1"/>
          <p:cNvSpPr txBox="1"/>
          <p:nvPr/>
        </p:nvSpPr>
        <p:spPr>
          <a:xfrm>
            <a:off x="7954797" y="6888710"/>
            <a:ext cx="7795512" cy="2295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3000" u="none" cap="none" strike="noStrike">
                <a:solidFill>
                  <a:srgbClr val="000000"/>
                </a:solidFill>
                <a:latin typeface="Arial"/>
                <a:ea typeface="Arial"/>
                <a:cs typeface="Arial"/>
                <a:sym typeface="Arial"/>
              </a:rPr>
              <a:t>INTEGRANTES:</a:t>
            </a:r>
            <a:endParaRPr/>
          </a:p>
          <a:p>
            <a:pPr indent="0" lvl="0" marL="0" marR="0" rtl="0" algn="ctr">
              <a:lnSpc>
                <a:spcPct val="120000"/>
              </a:lnSpc>
              <a:spcBef>
                <a:spcPts val="0"/>
              </a:spcBef>
              <a:spcAft>
                <a:spcPts val="0"/>
              </a:spcAft>
              <a:buNone/>
            </a:pPr>
            <a:r>
              <a:rPr b="1" i="0" lang="en-US" sz="3000" u="none" cap="none" strike="noStrike">
                <a:solidFill>
                  <a:srgbClr val="000000"/>
                </a:solidFill>
                <a:latin typeface="Arial"/>
                <a:ea typeface="Arial"/>
                <a:cs typeface="Arial"/>
                <a:sym typeface="Arial"/>
              </a:rPr>
              <a:t>- DIEGO ESTEBAN MEDEL AGUILERA </a:t>
            </a:r>
            <a:endParaRPr/>
          </a:p>
          <a:p>
            <a:pPr indent="0" lvl="0" marL="0" marR="0" rtl="0" algn="ctr">
              <a:lnSpc>
                <a:spcPct val="120000"/>
              </a:lnSpc>
              <a:spcBef>
                <a:spcPts val="0"/>
              </a:spcBef>
              <a:spcAft>
                <a:spcPts val="0"/>
              </a:spcAft>
              <a:buNone/>
            </a:pPr>
            <a:r>
              <a:rPr b="1" i="0" lang="en-US" sz="3000" u="none" cap="none" strike="noStrike">
                <a:solidFill>
                  <a:srgbClr val="000000"/>
                </a:solidFill>
                <a:latin typeface="Arial"/>
                <a:ea typeface="Arial"/>
                <a:cs typeface="Arial"/>
                <a:sym typeface="Arial"/>
              </a:rPr>
              <a:t>- TOMÁS IGNACIO DURÁN LEIVA </a:t>
            </a:r>
            <a:endParaRPr/>
          </a:p>
          <a:p>
            <a:pPr indent="0" lvl="0" marL="0" marR="0" rtl="0" algn="ctr">
              <a:lnSpc>
                <a:spcPct val="120000"/>
              </a:lnSpc>
              <a:spcBef>
                <a:spcPts val="0"/>
              </a:spcBef>
              <a:spcAft>
                <a:spcPts val="0"/>
              </a:spcAft>
              <a:buNone/>
            </a:pPr>
            <a:r>
              <a:rPr b="1" i="0" lang="en-US" sz="3000" u="none" cap="none" strike="noStrike">
                <a:solidFill>
                  <a:srgbClr val="000000"/>
                </a:solidFill>
                <a:latin typeface="Arial"/>
                <a:ea typeface="Arial"/>
                <a:cs typeface="Arial"/>
                <a:sym typeface="Arial"/>
              </a:rPr>
              <a:t>- HERNAN CHAMORRO</a:t>
            </a:r>
            <a:endParaRPr/>
          </a:p>
          <a:p>
            <a:pPr indent="0" lvl="0" marL="0" marR="0" rtl="0" algn="ctr">
              <a:lnSpc>
                <a:spcPct val="120000"/>
              </a:lnSpc>
              <a:spcBef>
                <a:spcPts val="0"/>
              </a:spcBef>
              <a:spcAft>
                <a:spcPts val="0"/>
              </a:spcAft>
              <a:buNone/>
            </a:pPr>
            <a:r>
              <a:t/>
            </a:r>
            <a:endParaRPr b="1" i="0" sz="3000" u="none" cap="none" strike="noStrike">
              <a:solidFill>
                <a:srgbClr val="000000"/>
              </a:solidFill>
              <a:latin typeface="Arial"/>
              <a:ea typeface="Arial"/>
              <a:cs typeface="Arial"/>
              <a:sym typeface="Arial"/>
            </a:endParaRPr>
          </a:p>
        </p:txBody>
      </p:sp>
      <p:sp>
        <p:nvSpPr>
          <p:cNvPr id="91" name="Google Shape;91;p1"/>
          <p:cNvSpPr txBox="1"/>
          <p:nvPr/>
        </p:nvSpPr>
        <p:spPr>
          <a:xfrm>
            <a:off x="3223162" y="5680032"/>
            <a:ext cx="10974566" cy="688975"/>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en-US" sz="3999" u="none" cap="none" strike="noStrike">
                <a:solidFill>
                  <a:srgbClr val="000000"/>
                </a:solidFill>
                <a:latin typeface="Arial"/>
                <a:ea typeface="Arial"/>
                <a:cs typeface="Arial"/>
                <a:sym typeface="Arial"/>
              </a:rPr>
              <a:t>APLICACION DE ADOPCIÓN DE MASCOTAS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FEEF7"/>
        </a:solidFill>
      </p:bgPr>
    </p:bg>
    <p:spTree>
      <p:nvGrpSpPr>
        <p:cNvPr id="95" name="Shape 95"/>
        <p:cNvGrpSpPr/>
        <p:nvPr/>
      </p:nvGrpSpPr>
      <p:grpSpPr>
        <a:xfrm>
          <a:off x="0" y="0"/>
          <a:ext cx="0" cy="0"/>
          <a:chOff x="0" y="0"/>
          <a:chExt cx="0" cy="0"/>
        </a:xfrm>
      </p:grpSpPr>
      <p:sp>
        <p:nvSpPr>
          <p:cNvPr id="96" name="Google Shape;96;p2"/>
          <p:cNvSpPr/>
          <p:nvPr/>
        </p:nvSpPr>
        <p:spPr>
          <a:xfrm>
            <a:off x="-3778741" y="-1210660"/>
            <a:ext cx="11497660" cy="11497660"/>
          </a:xfrm>
          <a:custGeom>
            <a:rect b="b" l="l" r="r" t="t"/>
            <a:pathLst>
              <a:path extrusionOk="0" h="11497660" w="11497660">
                <a:moveTo>
                  <a:pt x="0" y="0"/>
                </a:moveTo>
                <a:lnTo>
                  <a:pt x="11497660" y="0"/>
                </a:lnTo>
                <a:lnTo>
                  <a:pt x="11497660" y="11497660"/>
                </a:lnTo>
                <a:lnTo>
                  <a:pt x="0" y="11497660"/>
                </a:lnTo>
                <a:lnTo>
                  <a:pt x="0" y="0"/>
                </a:lnTo>
                <a:close/>
              </a:path>
            </a:pathLst>
          </a:custGeom>
          <a:blipFill rotWithShape="1">
            <a:blip r:embed="rId3">
              <a:alphaModFix amt="50000"/>
            </a:blip>
            <a:stretch>
              <a:fillRect b="0" l="0" r="0" t="0"/>
            </a:stretch>
          </a:blipFill>
          <a:ln>
            <a:noFill/>
          </a:ln>
        </p:spPr>
      </p:sp>
      <p:sp>
        <p:nvSpPr>
          <p:cNvPr id="97" name="Google Shape;97;p2"/>
          <p:cNvSpPr/>
          <p:nvPr/>
        </p:nvSpPr>
        <p:spPr>
          <a:xfrm>
            <a:off x="3101574" y="5372402"/>
            <a:ext cx="7315200" cy="752856"/>
          </a:xfrm>
          <a:custGeom>
            <a:rect b="b" l="l" r="r" t="t"/>
            <a:pathLst>
              <a:path extrusionOk="0" h="752856" w="7315200">
                <a:moveTo>
                  <a:pt x="0" y="0"/>
                </a:moveTo>
                <a:lnTo>
                  <a:pt x="7315200" y="0"/>
                </a:lnTo>
                <a:lnTo>
                  <a:pt x="7315200" y="752856"/>
                </a:lnTo>
                <a:lnTo>
                  <a:pt x="0" y="752856"/>
                </a:lnTo>
                <a:lnTo>
                  <a:pt x="0" y="0"/>
                </a:lnTo>
                <a:close/>
              </a:path>
            </a:pathLst>
          </a:custGeom>
          <a:blipFill rotWithShape="1">
            <a:blip r:embed="rId4">
              <a:alphaModFix/>
            </a:blip>
            <a:stretch>
              <a:fillRect b="0" l="0" r="0" t="0"/>
            </a:stretch>
          </a:blipFill>
          <a:ln>
            <a:noFill/>
          </a:ln>
        </p:spPr>
      </p:sp>
      <p:sp>
        <p:nvSpPr>
          <p:cNvPr id="98" name="Google Shape;98;p2"/>
          <p:cNvSpPr/>
          <p:nvPr/>
        </p:nvSpPr>
        <p:spPr>
          <a:xfrm flipH="1">
            <a:off x="13252839" y="0"/>
            <a:ext cx="11497660" cy="11497660"/>
          </a:xfrm>
          <a:custGeom>
            <a:rect b="b" l="l" r="r" t="t"/>
            <a:pathLst>
              <a:path extrusionOk="0" h="11497660" w="11497660">
                <a:moveTo>
                  <a:pt x="11497659" y="0"/>
                </a:moveTo>
                <a:lnTo>
                  <a:pt x="0" y="0"/>
                </a:lnTo>
                <a:lnTo>
                  <a:pt x="0" y="11497660"/>
                </a:lnTo>
                <a:lnTo>
                  <a:pt x="11497659" y="11497660"/>
                </a:lnTo>
                <a:lnTo>
                  <a:pt x="11497659" y="0"/>
                </a:lnTo>
                <a:close/>
              </a:path>
            </a:pathLst>
          </a:custGeom>
          <a:blipFill rotWithShape="1">
            <a:blip r:embed="rId3">
              <a:alphaModFix amt="50000"/>
            </a:blip>
            <a:stretch>
              <a:fillRect b="0" l="0" r="0" t="0"/>
            </a:stretch>
          </a:blipFill>
          <a:ln>
            <a:noFill/>
          </a:ln>
        </p:spPr>
      </p:sp>
      <p:sp>
        <p:nvSpPr>
          <p:cNvPr id="99" name="Google Shape;99;p2"/>
          <p:cNvSpPr/>
          <p:nvPr/>
        </p:nvSpPr>
        <p:spPr>
          <a:xfrm>
            <a:off x="8658137" y="3625492"/>
            <a:ext cx="8368584" cy="5457014"/>
          </a:xfrm>
          <a:custGeom>
            <a:rect b="b" l="l" r="r" t="t"/>
            <a:pathLst>
              <a:path extrusionOk="0" h="5457014" w="8368584">
                <a:moveTo>
                  <a:pt x="0" y="0"/>
                </a:moveTo>
                <a:lnTo>
                  <a:pt x="8368584" y="0"/>
                </a:lnTo>
                <a:lnTo>
                  <a:pt x="8368584" y="5457014"/>
                </a:lnTo>
                <a:lnTo>
                  <a:pt x="0" y="5457014"/>
                </a:lnTo>
                <a:lnTo>
                  <a:pt x="0" y="0"/>
                </a:lnTo>
                <a:close/>
              </a:path>
            </a:pathLst>
          </a:custGeom>
          <a:blipFill rotWithShape="1">
            <a:blip r:embed="rId5">
              <a:alphaModFix/>
            </a:blip>
            <a:stretch>
              <a:fillRect b="0" l="0" r="0" t="0"/>
            </a:stretch>
          </a:blipFill>
          <a:ln>
            <a:noFill/>
          </a:ln>
        </p:spPr>
      </p:sp>
      <p:sp>
        <p:nvSpPr>
          <p:cNvPr id="100" name="Google Shape;100;p2"/>
          <p:cNvSpPr/>
          <p:nvPr/>
        </p:nvSpPr>
        <p:spPr>
          <a:xfrm>
            <a:off x="15219147" y="701000"/>
            <a:ext cx="2040153" cy="655399"/>
          </a:xfrm>
          <a:custGeom>
            <a:rect b="b" l="l" r="r" t="t"/>
            <a:pathLst>
              <a:path extrusionOk="0" h="655399" w="2040153">
                <a:moveTo>
                  <a:pt x="0" y="0"/>
                </a:moveTo>
                <a:lnTo>
                  <a:pt x="2040153" y="0"/>
                </a:lnTo>
                <a:lnTo>
                  <a:pt x="2040153" y="655400"/>
                </a:lnTo>
                <a:lnTo>
                  <a:pt x="0" y="655400"/>
                </a:lnTo>
                <a:lnTo>
                  <a:pt x="0" y="0"/>
                </a:lnTo>
                <a:close/>
              </a:path>
            </a:pathLst>
          </a:custGeom>
          <a:blipFill rotWithShape="1">
            <a:blip r:embed="rId6">
              <a:alphaModFix/>
            </a:blip>
            <a:stretch>
              <a:fillRect b="0" l="0" r="0" t="0"/>
            </a:stretch>
          </a:blipFill>
          <a:ln>
            <a:noFill/>
          </a:ln>
        </p:spPr>
      </p:sp>
      <p:sp>
        <p:nvSpPr>
          <p:cNvPr id="101" name="Google Shape;101;p2"/>
          <p:cNvSpPr/>
          <p:nvPr/>
        </p:nvSpPr>
        <p:spPr>
          <a:xfrm>
            <a:off x="2372948" y="6948359"/>
            <a:ext cx="1100298" cy="1683057"/>
          </a:xfrm>
          <a:custGeom>
            <a:rect b="b" l="l" r="r" t="t"/>
            <a:pathLst>
              <a:path extrusionOk="0" h="1683057" w="1100298">
                <a:moveTo>
                  <a:pt x="0" y="0"/>
                </a:moveTo>
                <a:lnTo>
                  <a:pt x="1100298" y="0"/>
                </a:lnTo>
                <a:lnTo>
                  <a:pt x="1100298" y="1683056"/>
                </a:lnTo>
                <a:lnTo>
                  <a:pt x="0" y="1683056"/>
                </a:lnTo>
                <a:lnTo>
                  <a:pt x="0" y="0"/>
                </a:lnTo>
                <a:close/>
              </a:path>
            </a:pathLst>
          </a:custGeom>
          <a:blipFill rotWithShape="1">
            <a:blip r:embed="rId7">
              <a:alphaModFix/>
            </a:blip>
            <a:stretch>
              <a:fillRect b="0" l="0" r="0" t="0"/>
            </a:stretch>
          </a:blipFill>
          <a:ln>
            <a:noFill/>
          </a:ln>
        </p:spPr>
      </p:sp>
      <p:sp>
        <p:nvSpPr>
          <p:cNvPr id="102" name="Google Shape;102;p2"/>
          <p:cNvSpPr txBox="1"/>
          <p:nvPr/>
        </p:nvSpPr>
        <p:spPr>
          <a:xfrm>
            <a:off x="9374389" y="4500070"/>
            <a:ext cx="5710849" cy="3289817"/>
          </a:xfrm>
          <a:prstGeom prst="rect">
            <a:avLst/>
          </a:prstGeom>
          <a:noFill/>
          <a:ln>
            <a:noFill/>
          </a:ln>
        </p:spPr>
        <p:txBody>
          <a:bodyPr anchorCtr="0" anchor="t" bIns="0" lIns="0" spcFirstLastPara="1" rIns="0" wrap="square" tIns="0">
            <a:spAutoFit/>
          </a:bodyPr>
          <a:lstStyle/>
          <a:p>
            <a:pPr indent="-356485" lvl="1" marL="712972" marR="0" rtl="0" algn="l">
              <a:lnSpc>
                <a:spcPct val="159993"/>
              </a:lnSpc>
              <a:spcBef>
                <a:spcPts val="0"/>
              </a:spcBef>
              <a:spcAft>
                <a:spcPts val="0"/>
              </a:spcAft>
              <a:buClr>
                <a:srgbClr val="000000"/>
              </a:buClr>
              <a:buSzPts val="3302"/>
              <a:buFont typeface="Arial"/>
              <a:buAutoNum type="arabicPeriod"/>
            </a:pPr>
            <a:r>
              <a:rPr b="0" i="0" lang="en-US" sz="3302" u="none" cap="none" strike="noStrike">
                <a:solidFill>
                  <a:srgbClr val="000000"/>
                </a:solidFill>
                <a:latin typeface="Arial"/>
                <a:ea typeface="Arial"/>
                <a:cs typeface="Arial"/>
                <a:sym typeface="Arial"/>
              </a:rPr>
              <a:t>Contexto</a:t>
            </a:r>
            <a:endParaRPr/>
          </a:p>
          <a:p>
            <a:pPr indent="-356485" lvl="1" marL="712972" marR="0" rtl="0" algn="l">
              <a:lnSpc>
                <a:spcPct val="159993"/>
              </a:lnSpc>
              <a:spcBef>
                <a:spcPts val="0"/>
              </a:spcBef>
              <a:spcAft>
                <a:spcPts val="0"/>
              </a:spcAft>
              <a:buClr>
                <a:srgbClr val="000000"/>
              </a:buClr>
              <a:buSzPts val="3302"/>
              <a:buFont typeface="Arial"/>
              <a:buAutoNum type="arabicPeriod"/>
            </a:pPr>
            <a:r>
              <a:rPr b="0" i="0" lang="en-US" sz="3302" u="none" cap="none" strike="noStrike">
                <a:solidFill>
                  <a:srgbClr val="000000"/>
                </a:solidFill>
                <a:latin typeface="Arial"/>
                <a:ea typeface="Arial"/>
                <a:cs typeface="Arial"/>
                <a:sym typeface="Arial"/>
              </a:rPr>
              <a:t>Objetivos</a:t>
            </a:r>
            <a:endParaRPr/>
          </a:p>
          <a:p>
            <a:pPr indent="-356485" lvl="1" marL="712972" marR="0" rtl="0" algn="l">
              <a:lnSpc>
                <a:spcPct val="159993"/>
              </a:lnSpc>
              <a:spcBef>
                <a:spcPts val="0"/>
              </a:spcBef>
              <a:spcAft>
                <a:spcPts val="0"/>
              </a:spcAft>
              <a:buClr>
                <a:srgbClr val="000000"/>
              </a:buClr>
              <a:buSzPts val="3302"/>
              <a:buFont typeface="Arial"/>
              <a:buAutoNum type="arabicPeriod"/>
            </a:pPr>
            <a:r>
              <a:rPr b="0" i="0" lang="en-US" sz="3302" u="none" cap="none" strike="noStrike">
                <a:solidFill>
                  <a:srgbClr val="000000"/>
                </a:solidFill>
                <a:latin typeface="Arial"/>
                <a:ea typeface="Arial"/>
                <a:cs typeface="Arial"/>
                <a:sym typeface="Arial"/>
              </a:rPr>
              <a:t>Alcance del proyecto</a:t>
            </a:r>
            <a:endParaRPr/>
          </a:p>
          <a:p>
            <a:pPr indent="-356485" lvl="1" marL="712972" marR="0" rtl="0" algn="l">
              <a:lnSpc>
                <a:spcPct val="159993"/>
              </a:lnSpc>
              <a:spcBef>
                <a:spcPts val="0"/>
              </a:spcBef>
              <a:spcAft>
                <a:spcPts val="0"/>
              </a:spcAft>
              <a:buClr>
                <a:srgbClr val="000000"/>
              </a:buClr>
              <a:buSzPts val="3302"/>
              <a:buFont typeface="Arial"/>
              <a:buAutoNum type="arabicPeriod"/>
            </a:pPr>
            <a:r>
              <a:rPr b="0" i="0" lang="en-US" sz="3302" u="none" cap="none" strike="noStrike">
                <a:solidFill>
                  <a:srgbClr val="000000"/>
                </a:solidFill>
                <a:latin typeface="Arial"/>
                <a:ea typeface="Arial"/>
                <a:cs typeface="Arial"/>
                <a:sym typeface="Arial"/>
              </a:rPr>
              <a:t>Requerimientos</a:t>
            </a:r>
            <a:endParaRPr/>
          </a:p>
          <a:p>
            <a:pPr indent="-356485" lvl="1" marL="712972" marR="0" rtl="0" algn="l">
              <a:lnSpc>
                <a:spcPct val="159993"/>
              </a:lnSpc>
              <a:spcBef>
                <a:spcPts val="0"/>
              </a:spcBef>
              <a:spcAft>
                <a:spcPts val="0"/>
              </a:spcAft>
              <a:buClr>
                <a:srgbClr val="000000"/>
              </a:buClr>
              <a:buSzPts val="3302"/>
              <a:buFont typeface="Arial"/>
              <a:buAutoNum type="arabicPeriod"/>
            </a:pPr>
            <a:r>
              <a:rPr b="0" i="0" lang="en-US" sz="3302" u="none" cap="none" strike="noStrike">
                <a:solidFill>
                  <a:srgbClr val="000000"/>
                </a:solidFill>
                <a:latin typeface="Arial"/>
                <a:ea typeface="Arial"/>
                <a:cs typeface="Arial"/>
                <a:sym typeface="Arial"/>
              </a:rPr>
              <a:t>Metodología</a:t>
            </a:r>
            <a:endParaRPr/>
          </a:p>
        </p:txBody>
      </p:sp>
      <p:sp>
        <p:nvSpPr>
          <p:cNvPr id="103" name="Google Shape;103;p2"/>
          <p:cNvSpPr txBox="1"/>
          <p:nvPr/>
        </p:nvSpPr>
        <p:spPr>
          <a:xfrm>
            <a:off x="1291250" y="609600"/>
            <a:ext cx="8635630" cy="2696686"/>
          </a:xfrm>
          <a:prstGeom prst="rect">
            <a:avLst/>
          </a:prstGeom>
          <a:noFill/>
          <a:ln>
            <a:noFill/>
          </a:ln>
        </p:spPr>
        <p:txBody>
          <a:bodyPr anchorCtr="0" anchor="t" bIns="0" lIns="0" spcFirstLastPara="1" rIns="0" wrap="square" tIns="0">
            <a:spAutoFit/>
          </a:bodyPr>
          <a:lstStyle/>
          <a:p>
            <a:pPr indent="0" lvl="0" marL="0" marR="0" rtl="0" algn="just">
              <a:lnSpc>
                <a:spcPct val="139997"/>
              </a:lnSpc>
              <a:spcBef>
                <a:spcPts val="0"/>
              </a:spcBef>
              <a:spcAft>
                <a:spcPts val="0"/>
              </a:spcAft>
              <a:buNone/>
            </a:pPr>
            <a:r>
              <a:rPr b="0" i="0" lang="en-US" sz="14956" u="none" cap="none" strike="noStrike">
                <a:solidFill>
                  <a:srgbClr val="000000"/>
                </a:solidFill>
                <a:latin typeface="Arial"/>
                <a:ea typeface="Arial"/>
                <a:cs typeface="Arial"/>
                <a:sym typeface="Arial"/>
              </a:rPr>
              <a:t>Agenda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FEEF7"/>
        </a:solidFill>
      </p:bgPr>
    </p:bg>
    <p:spTree>
      <p:nvGrpSpPr>
        <p:cNvPr id="107" name="Shape 107"/>
        <p:cNvGrpSpPr/>
        <p:nvPr/>
      </p:nvGrpSpPr>
      <p:grpSpPr>
        <a:xfrm>
          <a:off x="0" y="0"/>
          <a:ext cx="0" cy="0"/>
          <a:chOff x="0" y="0"/>
          <a:chExt cx="0" cy="0"/>
        </a:xfrm>
      </p:grpSpPr>
      <p:sp>
        <p:nvSpPr>
          <p:cNvPr id="108" name="Google Shape;108;p3"/>
          <p:cNvSpPr/>
          <p:nvPr/>
        </p:nvSpPr>
        <p:spPr>
          <a:xfrm>
            <a:off x="-3778741" y="-1210660"/>
            <a:ext cx="11497660" cy="11497660"/>
          </a:xfrm>
          <a:custGeom>
            <a:rect b="b" l="l" r="r" t="t"/>
            <a:pathLst>
              <a:path extrusionOk="0" h="11497660" w="11497660">
                <a:moveTo>
                  <a:pt x="0" y="0"/>
                </a:moveTo>
                <a:lnTo>
                  <a:pt x="11497660" y="0"/>
                </a:lnTo>
                <a:lnTo>
                  <a:pt x="11497660" y="11497660"/>
                </a:lnTo>
                <a:lnTo>
                  <a:pt x="0" y="11497660"/>
                </a:lnTo>
                <a:lnTo>
                  <a:pt x="0" y="0"/>
                </a:lnTo>
                <a:close/>
              </a:path>
            </a:pathLst>
          </a:custGeom>
          <a:blipFill rotWithShape="1">
            <a:blip r:embed="rId3">
              <a:alphaModFix amt="50000"/>
            </a:blip>
            <a:stretch>
              <a:fillRect b="0" l="0" r="0" t="0"/>
            </a:stretch>
          </a:blipFill>
          <a:ln>
            <a:noFill/>
          </a:ln>
        </p:spPr>
      </p:sp>
      <p:sp>
        <p:nvSpPr>
          <p:cNvPr id="109" name="Google Shape;109;p3"/>
          <p:cNvSpPr/>
          <p:nvPr/>
        </p:nvSpPr>
        <p:spPr>
          <a:xfrm flipH="1">
            <a:off x="13252839" y="0"/>
            <a:ext cx="11497660" cy="11497660"/>
          </a:xfrm>
          <a:custGeom>
            <a:rect b="b" l="l" r="r" t="t"/>
            <a:pathLst>
              <a:path extrusionOk="0" h="11497660" w="11497660">
                <a:moveTo>
                  <a:pt x="11497659" y="0"/>
                </a:moveTo>
                <a:lnTo>
                  <a:pt x="0" y="0"/>
                </a:lnTo>
                <a:lnTo>
                  <a:pt x="0" y="11497660"/>
                </a:lnTo>
                <a:lnTo>
                  <a:pt x="11497659" y="11497660"/>
                </a:lnTo>
                <a:lnTo>
                  <a:pt x="11497659" y="0"/>
                </a:lnTo>
                <a:close/>
              </a:path>
            </a:pathLst>
          </a:custGeom>
          <a:blipFill rotWithShape="1">
            <a:blip r:embed="rId3">
              <a:alphaModFix amt="50000"/>
            </a:blip>
            <a:stretch>
              <a:fillRect b="0" l="0" r="0" t="0"/>
            </a:stretch>
          </a:blipFill>
          <a:ln>
            <a:noFill/>
          </a:ln>
        </p:spPr>
      </p:sp>
      <p:sp>
        <p:nvSpPr>
          <p:cNvPr id="110" name="Google Shape;110;p3"/>
          <p:cNvSpPr/>
          <p:nvPr/>
        </p:nvSpPr>
        <p:spPr>
          <a:xfrm>
            <a:off x="766294" y="134174"/>
            <a:ext cx="10224408" cy="2296232"/>
          </a:xfrm>
          <a:custGeom>
            <a:rect b="b" l="l" r="r" t="t"/>
            <a:pathLst>
              <a:path extrusionOk="0" h="2296232" w="10224408">
                <a:moveTo>
                  <a:pt x="0" y="0"/>
                </a:moveTo>
                <a:lnTo>
                  <a:pt x="10224408" y="0"/>
                </a:lnTo>
                <a:lnTo>
                  <a:pt x="10224408" y="2296232"/>
                </a:lnTo>
                <a:lnTo>
                  <a:pt x="0" y="2296232"/>
                </a:lnTo>
                <a:lnTo>
                  <a:pt x="0" y="0"/>
                </a:lnTo>
                <a:close/>
              </a:path>
            </a:pathLst>
          </a:custGeom>
          <a:blipFill rotWithShape="1">
            <a:blip r:embed="rId4">
              <a:alphaModFix/>
            </a:blip>
            <a:stretch>
              <a:fillRect b="0" l="0" r="0" t="0"/>
            </a:stretch>
          </a:blipFill>
          <a:ln>
            <a:noFill/>
          </a:ln>
        </p:spPr>
      </p:sp>
      <p:sp>
        <p:nvSpPr>
          <p:cNvPr id="111" name="Google Shape;111;p3"/>
          <p:cNvSpPr/>
          <p:nvPr/>
        </p:nvSpPr>
        <p:spPr>
          <a:xfrm>
            <a:off x="540722" y="2937752"/>
            <a:ext cx="8624576" cy="6928410"/>
          </a:xfrm>
          <a:custGeom>
            <a:rect b="b" l="l" r="r" t="t"/>
            <a:pathLst>
              <a:path extrusionOk="0" h="6928410" w="8624576">
                <a:moveTo>
                  <a:pt x="0" y="0"/>
                </a:moveTo>
                <a:lnTo>
                  <a:pt x="8624576" y="0"/>
                </a:lnTo>
                <a:lnTo>
                  <a:pt x="8624576" y="6928410"/>
                </a:lnTo>
                <a:lnTo>
                  <a:pt x="0" y="6928410"/>
                </a:lnTo>
                <a:lnTo>
                  <a:pt x="0" y="0"/>
                </a:lnTo>
                <a:close/>
              </a:path>
            </a:pathLst>
          </a:custGeom>
          <a:blipFill rotWithShape="1">
            <a:blip r:embed="rId5">
              <a:alphaModFix/>
            </a:blip>
            <a:stretch>
              <a:fillRect b="0" l="0" r="0" t="0"/>
            </a:stretch>
          </a:blipFill>
          <a:ln>
            <a:noFill/>
          </a:ln>
        </p:spPr>
      </p:sp>
      <p:sp>
        <p:nvSpPr>
          <p:cNvPr id="112" name="Google Shape;112;p3"/>
          <p:cNvSpPr/>
          <p:nvPr/>
        </p:nvSpPr>
        <p:spPr>
          <a:xfrm>
            <a:off x="12422088" y="728010"/>
            <a:ext cx="5053972" cy="1448805"/>
          </a:xfrm>
          <a:custGeom>
            <a:rect b="b" l="l" r="r" t="t"/>
            <a:pathLst>
              <a:path extrusionOk="0" h="1448805" w="5053972">
                <a:moveTo>
                  <a:pt x="0" y="0"/>
                </a:moveTo>
                <a:lnTo>
                  <a:pt x="5053972" y="0"/>
                </a:lnTo>
                <a:lnTo>
                  <a:pt x="5053972" y="1448806"/>
                </a:lnTo>
                <a:lnTo>
                  <a:pt x="0" y="1448806"/>
                </a:lnTo>
                <a:lnTo>
                  <a:pt x="0" y="0"/>
                </a:lnTo>
                <a:close/>
              </a:path>
            </a:pathLst>
          </a:custGeom>
          <a:blipFill rotWithShape="1">
            <a:blip r:embed="rId6">
              <a:alphaModFix/>
            </a:blip>
            <a:stretch>
              <a:fillRect b="0" l="0" r="0" t="0"/>
            </a:stretch>
          </a:blipFill>
          <a:ln>
            <a:noFill/>
          </a:ln>
        </p:spPr>
      </p:sp>
      <p:sp>
        <p:nvSpPr>
          <p:cNvPr id="113" name="Google Shape;113;p3"/>
          <p:cNvSpPr txBox="1"/>
          <p:nvPr/>
        </p:nvSpPr>
        <p:spPr>
          <a:xfrm>
            <a:off x="1194250" y="4010592"/>
            <a:ext cx="6732012" cy="5043170"/>
          </a:xfrm>
          <a:prstGeom prst="rect">
            <a:avLst/>
          </a:prstGeom>
          <a:noFill/>
          <a:ln>
            <a:noFill/>
          </a:ln>
        </p:spPr>
        <p:txBody>
          <a:bodyPr anchorCtr="0" anchor="t" bIns="0" lIns="0" spcFirstLastPara="1" rIns="0" wrap="square" tIns="0">
            <a:spAutoFit/>
          </a:bodyPr>
          <a:lstStyle/>
          <a:p>
            <a:pPr indent="0" lvl="0" marL="0" marR="0" rtl="0" algn="just">
              <a:lnSpc>
                <a:spcPct val="140012"/>
              </a:lnSpc>
              <a:spcBef>
                <a:spcPts val="0"/>
              </a:spcBef>
              <a:spcAft>
                <a:spcPts val="0"/>
              </a:spcAft>
              <a:buNone/>
            </a:pPr>
            <a:r>
              <a:rPr b="1" i="0" lang="en-US" sz="3199" u="sng" cap="none" strike="noStrike">
                <a:solidFill>
                  <a:srgbClr val="000000"/>
                </a:solidFill>
                <a:latin typeface="Arial"/>
                <a:ea typeface="Arial"/>
                <a:cs typeface="Arial"/>
                <a:sym typeface="Arial"/>
              </a:rPr>
              <a:t>Problema:</a:t>
            </a:r>
            <a:r>
              <a:rPr b="0" i="0" lang="en-US" sz="3199" u="none" cap="none" strike="noStrike">
                <a:solidFill>
                  <a:srgbClr val="000000"/>
                </a:solidFill>
                <a:latin typeface="Arial"/>
                <a:ea typeface="Arial"/>
                <a:cs typeface="Arial"/>
                <a:sym typeface="Arial"/>
              </a:rPr>
              <a:t> El incremento del abandonamiento de mascotas en las calles de santiago y la carencia de la concientización y educación sobre la tenencia responsable de animales, genera una problemática social y sanitaria que afecta tanto a animales como a la población.</a:t>
            </a:r>
            <a:endParaRPr/>
          </a:p>
          <a:p>
            <a:pPr indent="0" lvl="0" marL="0" marR="0" rtl="0" algn="just">
              <a:lnSpc>
                <a:spcPct val="140012"/>
              </a:lnSpc>
              <a:spcBef>
                <a:spcPts val="0"/>
              </a:spcBef>
              <a:spcAft>
                <a:spcPts val="0"/>
              </a:spcAft>
              <a:buNone/>
            </a:pPr>
            <a:r>
              <a:t/>
            </a:r>
            <a:endParaRPr b="0" i="0" sz="3199" u="none" cap="none" strike="noStrike">
              <a:solidFill>
                <a:srgbClr val="000000"/>
              </a:solidFill>
              <a:latin typeface="Arial"/>
              <a:ea typeface="Arial"/>
              <a:cs typeface="Arial"/>
              <a:sym typeface="Arial"/>
            </a:endParaRPr>
          </a:p>
        </p:txBody>
      </p:sp>
      <p:sp>
        <p:nvSpPr>
          <p:cNvPr id="114" name="Google Shape;114;p3"/>
          <p:cNvSpPr txBox="1"/>
          <p:nvPr/>
        </p:nvSpPr>
        <p:spPr>
          <a:xfrm>
            <a:off x="1199830" y="816216"/>
            <a:ext cx="9357335" cy="1333502"/>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0" lang="en-US" sz="7499" u="none" cap="none" strike="noStrike">
                <a:solidFill>
                  <a:srgbClr val="000000"/>
                </a:solidFill>
                <a:latin typeface="Arial"/>
                <a:ea typeface="Arial"/>
                <a:cs typeface="Arial"/>
                <a:sym typeface="Arial"/>
              </a:rPr>
              <a:t>Contexto</a:t>
            </a:r>
            <a:endParaRPr/>
          </a:p>
        </p:txBody>
      </p:sp>
      <p:sp>
        <p:nvSpPr>
          <p:cNvPr id="115" name="Google Shape;115;p3"/>
          <p:cNvSpPr/>
          <p:nvPr/>
        </p:nvSpPr>
        <p:spPr>
          <a:xfrm>
            <a:off x="9411759" y="2937752"/>
            <a:ext cx="8624576" cy="6928410"/>
          </a:xfrm>
          <a:custGeom>
            <a:rect b="b" l="l" r="r" t="t"/>
            <a:pathLst>
              <a:path extrusionOk="0" h="6928410" w="8624576">
                <a:moveTo>
                  <a:pt x="0" y="0"/>
                </a:moveTo>
                <a:lnTo>
                  <a:pt x="8624576" y="0"/>
                </a:lnTo>
                <a:lnTo>
                  <a:pt x="8624576" y="6928410"/>
                </a:lnTo>
                <a:lnTo>
                  <a:pt x="0" y="6928410"/>
                </a:lnTo>
                <a:lnTo>
                  <a:pt x="0" y="0"/>
                </a:lnTo>
                <a:close/>
              </a:path>
            </a:pathLst>
          </a:custGeom>
          <a:blipFill rotWithShape="1">
            <a:blip r:embed="rId5">
              <a:alphaModFix/>
            </a:blip>
            <a:stretch>
              <a:fillRect b="0" l="0" r="0" t="0"/>
            </a:stretch>
          </a:blipFill>
          <a:ln>
            <a:noFill/>
          </a:ln>
        </p:spPr>
      </p:sp>
      <p:sp>
        <p:nvSpPr>
          <p:cNvPr id="116" name="Google Shape;116;p3"/>
          <p:cNvSpPr txBox="1"/>
          <p:nvPr/>
        </p:nvSpPr>
        <p:spPr>
          <a:xfrm>
            <a:off x="10065287" y="4010592"/>
            <a:ext cx="6135661" cy="3919220"/>
          </a:xfrm>
          <a:prstGeom prst="rect">
            <a:avLst/>
          </a:prstGeom>
          <a:noFill/>
          <a:ln>
            <a:noFill/>
          </a:ln>
        </p:spPr>
        <p:txBody>
          <a:bodyPr anchorCtr="0" anchor="t" bIns="0" lIns="0" spcFirstLastPara="1" rIns="0" wrap="square" tIns="0">
            <a:spAutoFit/>
          </a:bodyPr>
          <a:lstStyle/>
          <a:p>
            <a:pPr indent="0" lvl="0" marL="0" marR="0" rtl="0" algn="just">
              <a:lnSpc>
                <a:spcPct val="140012"/>
              </a:lnSpc>
              <a:spcBef>
                <a:spcPts val="0"/>
              </a:spcBef>
              <a:spcAft>
                <a:spcPts val="0"/>
              </a:spcAft>
              <a:buNone/>
            </a:pPr>
            <a:r>
              <a:rPr b="1" i="0" lang="en-US" sz="3199" u="sng" cap="none" strike="noStrike">
                <a:solidFill>
                  <a:srgbClr val="000000"/>
                </a:solidFill>
                <a:latin typeface="Arial"/>
                <a:ea typeface="Arial"/>
                <a:cs typeface="Arial"/>
                <a:sym typeface="Arial"/>
              </a:rPr>
              <a:t>Justificación:</a:t>
            </a:r>
            <a:endParaRPr/>
          </a:p>
          <a:p>
            <a:pPr indent="0" lvl="0" marL="0" marR="0" rtl="0" algn="just">
              <a:lnSpc>
                <a:spcPct val="140012"/>
              </a:lnSpc>
              <a:spcBef>
                <a:spcPts val="0"/>
              </a:spcBef>
              <a:spcAft>
                <a:spcPts val="0"/>
              </a:spcAft>
              <a:buNone/>
            </a:pPr>
            <a:r>
              <a:rPr b="0" i="0" lang="en-US" sz="3199" u="none" cap="none" strike="noStrike">
                <a:solidFill>
                  <a:srgbClr val="000000"/>
                </a:solidFill>
                <a:latin typeface="Arial"/>
                <a:ea typeface="Arial"/>
                <a:cs typeface="Arial"/>
                <a:sym typeface="Arial"/>
              </a:rPr>
              <a:t>Necesidad de disminuir el abandono de mascotas y promover el bienestar animal a través del uso de herramientas tecnológicas.</a:t>
            </a:r>
            <a:endParaRPr/>
          </a:p>
          <a:p>
            <a:pPr indent="0" lvl="0" marL="0" marR="0" rtl="0" algn="just">
              <a:lnSpc>
                <a:spcPct val="140012"/>
              </a:lnSpc>
              <a:spcBef>
                <a:spcPts val="0"/>
              </a:spcBef>
              <a:spcAft>
                <a:spcPts val="0"/>
              </a:spcAft>
              <a:buNone/>
            </a:pPr>
            <a:r>
              <a:t/>
            </a:r>
            <a:endParaRPr b="0" i="0" sz="3199"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FEEF7"/>
        </a:solidFill>
      </p:bgPr>
    </p:bg>
    <p:spTree>
      <p:nvGrpSpPr>
        <p:cNvPr id="120" name="Shape 120"/>
        <p:cNvGrpSpPr/>
        <p:nvPr/>
      </p:nvGrpSpPr>
      <p:grpSpPr>
        <a:xfrm>
          <a:off x="0" y="0"/>
          <a:ext cx="0" cy="0"/>
          <a:chOff x="0" y="0"/>
          <a:chExt cx="0" cy="0"/>
        </a:xfrm>
      </p:grpSpPr>
      <p:sp>
        <p:nvSpPr>
          <p:cNvPr id="121" name="Google Shape;121;p4"/>
          <p:cNvSpPr/>
          <p:nvPr/>
        </p:nvSpPr>
        <p:spPr>
          <a:xfrm>
            <a:off x="-3778741" y="-1210660"/>
            <a:ext cx="11497660" cy="11497660"/>
          </a:xfrm>
          <a:custGeom>
            <a:rect b="b" l="l" r="r" t="t"/>
            <a:pathLst>
              <a:path extrusionOk="0" h="11497660" w="11497660">
                <a:moveTo>
                  <a:pt x="0" y="0"/>
                </a:moveTo>
                <a:lnTo>
                  <a:pt x="11497660" y="0"/>
                </a:lnTo>
                <a:lnTo>
                  <a:pt x="11497660" y="11497660"/>
                </a:lnTo>
                <a:lnTo>
                  <a:pt x="0" y="11497660"/>
                </a:lnTo>
                <a:lnTo>
                  <a:pt x="0" y="0"/>
                </a:lnTo>
                <a:close/>
              </a:path>
            </a:pathLst>
          </a:custGeom>
          <a:blipFill rotWithShape="1">
            <a:blip r:embed="rId3">
              <a:alphaModFix amt="50000"/>
            </a:blip>
            <a:stretch>
              <a:fillRect b="0" l="0" r="0" t="0"/>
            </a:stretch>
          </a:blipFill>
          <a:ln>
            <a:noFill/>
          </a:ln>
        </p:spPr>
      </p:sp>
      <p:sp>
        <p:nvSpPr>
          <p:cNvPr id="122" name="Google Shape;122;p4"/>
          <p:cNvSpPr/>
          <p:nvPr/>
        </p:nvSpPr>
        <p:spPr>
          <a:xfrm flipH="1">
            <a:off x="13252839" y="0"/>
            <a:ext cx="11497660" cy="11497660"/>
          </a:xfrm>
          <a:custGeom>
            <a:rect b="b" l="l" r="r" t="t"/>
            <a:pathLst>
              <a:path extrusionOk="0" h="11497660" w="11497660">
                <a:moveTo>
                  <a:pt x="11497659" y="0"/>
                </a:moveTo>
                <a:lnTo>
                  <a:pt x="0" y="0"/>
                </a:lnTo>
                <a:lnTo>
                  <a:pt x="0" y="11497660"/>
                </a:lnTo>
                <a:lnTo>
                  <a:pt x="11497659" y="11497660"/>
                </a:lnTo>
                <a:lnTo>
                  <a:pt x="11497659" y="0"/>
                </a:lnTo>
                <a:close/>
              </a:path>
            </a:pathLst>
          </a:custGeom>
          <a:blipFill rotWithShape="1">
            <a:blip r:embed="rId3">
              <a:alphaModFix amt="50000"/>
            </a:blip>
            <a:stretch>
              <a:fillRect b="0" l="0" r="0" t="0"/>
            </a:stretch>
          </a:blipFill>
          <a:ln>
            <a:noFill/>
          </a:ln>
        </p:spPr>
      </p:sp>
      <p:sp>
        <p:nvSpPr>
          <p:cNvPr id="123" name="Google Shape;123;p4"/>
          <p:cNvSpPr/>
          <p:nvPr/>
        </p:nvSpPr>
        <p:spPr>
          <a:xfrm>
            <a:off x="13893739" y="3604552"/>
            <a:ext cx="3071870" cy="5653748"/>
          </a:xfrm>
          <a:custGeom>
            <a:rect b="b" l="l" r="r" t="t"/>
            <a:pathLst>
              <a:path extrusionOk="0" h="5653748" w="3071870">
                <a:moveTo>
                  <a:pt x="0" y="0"/>
                </a:moveTo>
                <a:lnTo>
                  <a:pt x="3071870" y="0"/>
                </a:lnTo>
                <a:lnTo>
                  <a:pt x="3071870" y="5653748"/>
                </a:lnTo>
                <a:lnTo>
                  <a:pt x="0" y="5653748"/>
                </a:lnTo>
                <a:lnTo>
                  <a:pt x="0" y="0"/>
                </a:lnTo>
                <a:close/>
              </a:path>
            </a:pathLst>
          </a:custGeom>
          <a:blipFill rotWithShape="1">
            <a:blip r:embed="rId4">
              <a:alphaModFix/>
            </a:blip>
            <a:stretch>
              <a:fillRect b="0" l="0" r="0" t="0"/>
            </a:stretch>
          </a:blipFill>
          <a:ln>
            <a:noFill/>
          </a:ln>
        </p:spPr>
      </p:sp>
      <p:sp>
        <p:nvSpPr>
          <p:cNvPr id="124" name="Google Shape;124;p4"/>
          <p:cNvSpPr/>
          <p:nvPr/>
        </p:nvSpPr>
        <p:spPr>
          <a:xfrm>
            <a:off x="3898243" y="2028832"/>
            <a:ext cx="10491513" cy="6229336"/>
          </a:xfrm>
          <a:custGeom>
            <a:rect b="b" l="l" r="r" t="t"/>
            <a:pathLst>
              <a:path extrusionOk="0" h="6229336" w="10491513">
                <a:moveTo>
                  <a:pt x="0" y="0"/>
                </a:moveTo>
                <a:lnTo>
                  <a:pt x="10491514" y="0"/>
                </a:lnTo>
                <a:lnTo>
                  <a:pt x="10491514" y="6229336"/>
                </a:lnTo>
                <a:lnTo>
                  <a:pt x="0" y="6229336"/>
                </a:lnTo>
                <a:lnTo>
                  <a:pt x="0" y="0"/>
                </a:lnTo>
                <a:close/>
              </a:path>
            </a:pathLst>
          </a:custGeom>
          <a:blipFill rotWithShape="1">
            <a:blip r:embed="rId5">
              <a:alphaModFix/>
            </a:blip>
            <a:stretch>
              <a:fillRect b="0" l="0" r="0" t="0"/>
            </a:stretch>
          </a:blipFill>
          <a:ln>
            <a:noFill/>
          </a:ln>
        </p:spPr>
      </p:sp>
      <p:sp>
        <p:nvSpPr>
          <p:cNvPr id="125" name="Google Shape;125;p4"/>
          <p:cNvSpPr/>
          <p:nvPr/>
        </p:nvSpPr>
        <p:spPr>
          <a:xfrm>
            <a:off x="1028700" y="1028700"/>
            <a:ext cx="2113205" cy="1901884"/>
          </a:xfrm>
          <a:custGeom>
            <a:rect b="b" l="l" r="r" t="t"/>
            <a:pathLst>
              <a:path extrusionOk="0" h="1901884" w="2113205">
                <a:moveTo>
                  <a:pt x="0" y="0"/>
                </a:moveTo>
                <a:lnTo>
                  <a:pt x="2113205" y="0"/>
                </a:lnTo>
                <a:lnTo>
                  <a:pt x="2113205" y="1901884"/>
                </a:lnTo>
                <a:lnTo>
                  <a:pt x="0" y="1901884"/>
                </a:lnTo>
                <a:lnTo>
                  <a:pt x="0" y="0"/>
                </a:lnTo>
                <a:close/>
              </a:path>
            </a:pathLst>
          </a:custGeom>
          <a:blipFill rotWithShape="1">
            <a:blip r:embed="rId6">
              <a:alphaModFix/>
            </a:blip>
            <a:stretch>
              <a:fillRect b="0" l="0" r="0" t="0"/>
            </a:stretch>
          </a:blipFill>
          <a:ln>
            <a:noFill/>
          </a:ln>
        </p:spPr>
      </p:sp>
      <p:sp>
        <p:nvSpPr>
          <p:cNvPr id="126" name="Google Shape;126;p4"/>
          <p:cNvSpPr txBox="1"/>
          <p:nvPr/>
        </p:nvSpPr>
        <p:spPr>
          <a:xfrm>
            <a:off x="4394261" y="4337226"/>
            <a:ext cx="9499477" cy="230442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8600" u="none" cap="none" strike="noStrike">
                <a:solidFill>
                  <a:srgbClr val="000000"/>
                </a:solidFill>
                <a:latin typeface="Arial"/>
                <a:ea typeface="Arial"/>
                <a:cs typeface="Arial"/>
                <a:sym typeface="Arial"/>
              </a:rPr>
              <a:t>Objetivos del proyecto</a:t>
            </a:r>
            <a:endParaRPr/>
          </a:p>
        </p:txBody>
      </p:sp>
      <p:sp>
        <p:nvSpPr>
          <p:cNvPr id="127" name="Google Shape;127;p4"/>
          <p:cNvSpPr/>
          <p:nvPr/>
        </p:nvSpPr>
        <p:spPr>
          <a:xfrm>
            <a:off x="1028700" y="3587228"/>
            <a:ext cx="2113205" cy="1901884"/>
          </a:xfrm>
          <a:custGeom>
            <a:rect b="b" l="l" r="r" t="t"/>
            <a:pathLst>
              <a:path extrusionOk="0" h="1901884" w="2113205">
                <a:moveTo>
                  <a:pt x="0" y="0"/>
                </a:moveTo>
                <a:lnTo>
                  <a:pt x="2113205" y="0"/>
                </a:lnTo>
                <a:lnTo>
                  <a:pt x="2113205" y="1901884"/>
                </a:lnTo>
                <a:lnTo>
                  <a:pt x="0" y="1901884"/>
                </a:lnTo>
                <a:lnTo>
                  <a:pt x="0" y="0"/>
                </a:lnTo>
                <a:close/>
              </a:path>
            </a:pathLst>
          </a:custGeom>
          <a:blipFill rotWithShape="1">
            <a:blip r:embed="rId6">
              <a:alphaModFix/>
            </a:blip>
            <a:stretch>
              <a:fillRect b="0" l="0" r="0" t="0"/>
            </a:stretch>
          </a:blipFill>
          <a:ln>
            <a:noFill/>
          </a:ln>
        </p:spPr>
      </p:sp>
      <p:sp>
        <p:nvSpPr>
          <p:cNvPr id="128" name="Google Shape;128;p4"/>
          <p:cNvSpPr/>
          <p:nvPr/>
        </p:nvSpPr>
        <p:spPr>
          <a:xfrm>
            <a:off x="15219147" y="701000"/>
            <a:ext cx="2040153" cy="655399"/>
          </a:xfrm>
          <a:custGeom>
            <a:rect b="b" l="l" r="r" t="t"/>
            <a:pathLst>
              <a:path extrusionOk="0" h="655399" w="2040153">
                <a:moveTo>
                  <a:pt x="0" y="0"/>
                </a:moveTo>
                <a:lnTo>
                  <a:pt x="2040153" y="0"/>
                </a:lnTo>
                <a:lnTo>
                  <a:pt x="2040153" y="655400"/>
                </a:lnTo>
                <a:lnTo>
                  <a:pt x="0" y="655400"/>
                </a:lnTo>
                <a:lnTo>
                  <a:pt x="0" y="0"/>
                </a:lnTo>
                <a:close/>
              </a:path>
            </a:pathLst>
          </a:custGeom>
          <a:blipFill rotWithShape="1">
            <a:blip r:embed="rId7">
              <a:alphaModFix/>
            </a:blip>
            <a:stretch>
              <a:fillRect b="0" l="0" r="0" t="0"/>
            </a:stretch>
          </a:blipFill>
          <a:ln>
            <a:noFill/>
          </a:ln>
        </p:spPr>
      </p:sp>
      <p:sp>
        <p:nvSpPr>
          <p:cNvPr id="129" name="Google Shape;129;p4"/>
          <p:cNvSpPr/>
          <p:nvPr/>
        </p:nvSpPr>
        <p:spPr>
          <a:xfrm>
            <a:off x="2041606" y="4907301"/>
            <a:ext cx="1100298" cy="1683057"/>
          </a:xfrm>
          <a:custGeom>
            <a:rect b="b" l="l" r="r" t="t"/>
            <a:pathLst>
              <a:path extrusionOk="0" h="1683057" w="1100298">
                <a:moveTo>
                  <a:pt x="0" y="0"/>
                </a:moveTo>
                <a:lnTo>
                  <a:pt x="1100299" y="0"/>
                </a:lnTo>
                <a:lnTo>
                  <a:pt x="1100299" y="1683057"/>
                </a:lnTo>
                <a:lnTo>
                  <a:pt x="0" y="1683057"/>
                </a:lnTo>
                <a:lnTo>
                  <a:pt x="0" y="0"/>
                </a:lnTo>
                <a:close/>
              </a:path>
            </a:pathLst>
          </a:custGeom>
          <a:blipFill rotWithShape="1">
            <a:blip r:embed="rId8">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FEEF7"/>
        </a:solidFill>
      </p:bgPr>
    </p:bg>
    <p:spTree>
      <p:nvGrpSpPr>
        <p:cNvPr id="133" name="Shape 133"/>
        <p:cNvGrpSpPr/>
        <p:nvPr/>
      </p:nvGrpSpPr>
      <p:grpSpPr>
        <a:xfrm>
          <a:off x="0" y="0"/>
          <a:ext cx="0" cy="0"/>
          <a:chOff x="0" y="0"/>
          <a:chExt cx="0" cy="0"/>
        </a:xfrm>
      </p:grpSpPr>
      <p:sp>
        <p:nvSpPr>
          <p:cNvPr id="134" name="Google Shape;134;p5"/>
          <p:cNvSpPr/>
          <p:nvPr/>
        </p:nvSpPr>
        <p:spPr>
          <a:xfrm>
            <a:off x="-3778741" y="-1210660"/>
            <a:ext cx="11497660" cy="11497660"/>
          </a:xfrm>
          <a:custGeom>
            <a:rect b="b" l="l" r="r" t="t"/>
            <a:pathLst>
              <a:path extrusionOk="0" h="11497660" w="11497660">
                <a:moveTo>
                  <a:pt x="0" y="0"/>
                </a:moveTo>
                <a:lnTo>
                  <a:pt x="11497660" y="0"/>
                </a:lnTo>
                <a:lnTo>
                  <a:pt x="11497660" y="11497660"/>
                </a:lnTo>
                <a:lnTo>
                  <a:pt x="0" y="11497660"/>
                </a:lnTo>
                <a:lnTo>
                  <a:pt x="0" y="0"/>
                </a:lnTo>
                <a:close/>
              </a:path>
            </a:pathLst>
          </a:custGeom>
          <a:blipFill rotWithShape="1">
            <a:blip r:embed="rId3">
              <a:alphaModFix amt="50000"/>
            </a:blip>
            <a:stretch>
              <a:fillRect b="0" l="0" r="0" t="0"/>
            </a:stretch>
          </a:blipFill>
          <a:ln>
            <a:noFill/>
          </a:ln>
        </p:spPr>
      </p:sp>
      <p:sp>
        <p:nvSpPr>
          <p:cNvPr id="135" name="Google Shape;135;p5"/>
          <p:cNvSpPr/>
          <p:nvPr/>
        </p:nvSpPr>
        <p:spPr>
          <a:xfrm flipH="1">
            <a:off x="13252839" y="0"/>
            <a:ext cx="11497660" cy="11497660"/>
          </a:xfrm>
          <a:custGeom>
            <a:rect b="b" l="l" r="r" t="t"/>
            <a:pathLst>
              <a:path extrusionOk="0" h="11497660" w="11497660">
                <a:moveTo>
                  <a:pt x="11497659" y="0"/>
                </a:moveTo>
                <a:lnTo>
                  <a:pt x="0" y="0"/>
                </a:lnTo>
                <a:lnTo>
                  <a:pt x="0" y="11497660"/>
                </a:lnTo>
                <a:lnTo>
                  <a:pt x="11497659" y="11497660"/>
                </a:lnTo>
                <a:lnTo>
                  <a:pt x="11497659" y="0"/>
                </a:lnTo>
                <a:close/>
              </a:path>
            </a:pathLst>
          </a:custGeom>
          <a:blipFill rotWithShape="1">
            <a:blip r:embed="rId3">
              <a:alphaModFix amt="50000"/>
            </a:blip>
            <a:stretch>
              <a:fillRect b="0" l="0" r="0" t="0"/>
            </a:stretch>
          </a:blipFill>
          <a:ln>
            <a:noFill/>
          </a:ln>
        </p:spPr>
      </p:sp>
      <p:sp>
        <p:nvSpPr>
          <p:cNvPr id="136" name="Google Shape;136;p5"/>
          <p:cNvSpPr/>
          <p:nvPr/>
        </p:nvSpPr>
        <p:spPr>
          <a:xfrm>
            <a:off x="446821" y="728010"/>
            <a:ext cx="10224408" cy="2296232"/>
          </a:xfrm>
          <a:custGeom>
            <a:rect b="b" l="l" r="r" t="t"/>
            <a:pathLst>
              <a:path extrusionOk="0" h="2296232" w="10224408">
                <a:moveTo>
                  <a:pt x="0" y="0"/>
                </a:moveTo>
                <a:lnTo>
                  <a:pt x="10224408" y="0"/>
                </a:lnTo>
                <a:lnTo>
                  <a:pt x="10224408" y="2296232"/>
                </a:lnTo>
                <a:lnTo>
                  <a:pt x="0" y="2296232"/>
                </a:lnTo>
                <a:lnTo>
                  <a:pt x="0" y="0"/>
                </a:lnTo>
                <a:close/>
              </a:path>
            </a:pathLst>
          </a:custGeom>
          <a:blipFill rotWithShape="1">
            <a:blip r:embed="rId4">
              <a:alphaModFix/>
            </a:blip>
            <a:stretch>
              <a:fillRect b="0" l="0" r="0" t="0"/>
            </a:stretch>
          </a:blipFill>
          <a:ln>
            <a:noFill/>
          </a:ln>
        </p:spPr>
      </p:sp>
      <p:sp>
        <p:nvSpPr>
          <p:cNvPr id="137" name="Google Shape;137;p5"/>
          <p:cNvSpPr/>
          <p:nvPr/>
        </p:nvSpPr>
        <p:spPr>
          <a:xfrm>
            <a:off x="8346847" y="2743554"/>
            <a:ext cx="8624576" cy="6928410"/>
          </a:xfrm>
          <a:custGeom>
            <a:rect b="b" l="l" r="r" t="t"/>
            <a:pathLst>
              <a:path extrusionOk="0" h="6928410" w="8624576">
                <a:moveTo>
                  <a:pt x="0" y="0"/>
                </a:moveTo>
                <a:lnTo>
                  <a:pt x="8624576" y="0"/>
                </a:lnTo>
                <a:lnTo>
                  <a:pt x="8624576" y="6928410"/>
                </a:lnTo>
                <a:lnTo>
                  <a:pt x="0" y="6928410"/>
                </a:lnTo>
                <a:lnTo>
                  <a:pt x="0" y="0"/>
                </a:lnTo>
                <a:close/>
              </a:path>
            </a:pathLst>
          </a:custGeom>
          <a:blipFill rotWithShape="1">
            <a:blip r:embed="rId5">
              <a:alphaModFix/>
            </a:blip>
            <a:stretch>
              <a:fillRect b="0" l="0" r="0" t="0"/>
            </a:stretch>
          </a:blipFill>
          <a:ln>
            <a:noFill/>
          </a:ln>
        </p:spPr>
      </p:sp>
      <p:sp>
        <p:nvSpPr>
          <p:cNvPr id="138" name="Google Shape;138;p5"/>
          <p:cNvSpPr/>
          <p:nvPr/>
        </p:nvSpPr>
        <p:spPr>
          <a:xfrm>
            <a:off x="7265452" y="3730062"/>
            <a:ext cx="746828" cy="1504942"/>
          </a:xfrm>
          <a:custGeom>
            <a:rect b="b" l="l" r="r" t="t"/>
            <a:pathLst>
              <a:path extrusionOk="0" h="1504942" w="746828">
                <a:moveTo>
                  <a:pt x="0" y="0"/>
                </a:moveTo>
                <a:lnTo>
                  <a:pt x="746827" y="0"/>
                </a:lnTo>
                <a:lnTo>
                  <a:pt x="746827" y="1504942"/>
                </a:lnTo>
                <a:lnTo>
                  <a:pt x="0" y="1504942"/>
                </a:lnTo>
                <a:lnTo>
                  <a:pt x="0" y="0"/>
                </a:lnTo>
                <a:close/>
              </a:path>
            </a:pathLst>
          </a:custGeom>
          <a:blipFill rotWithShape="1">
            <a:blip r:embed="rId6">
              <a:alphaModFix/>
            </a:blip>
            <a:stretch>
              <a:fillRect b="0" l="0" r="0" t="0"/>
            </a:stretch>
          </a:blipFill>
          <a:ln>
            <a:noFill/>
          </a:ln>
        </p:spPr>
      </p:sp>
      <p:sp>
        <p:nvSpPr>
          <p:cNvPr id="139" name="Google Shape;139;p5"/>
          <p:cNvSpPr/>
          <p:nvPr/>
        </p:nvSpPr>
        <p:spPr>
          <a:xfrm>
            <a:off x="12422088" y="728010"/>
            <a:ext cx="5053972" cy="1448805"/>
          </a:xfrm>
          <a:custGeom>
            <a:rect b="b" l="l" r="r" t="t"/>
            <a:pathLst>
              <a:path extrusionOk="0" h="1448805" w="5053972">
                <a:moveTo>
                  <a:pt x="0" y="0"/>
                </a:moveTo>
                <a:lnTo>
                  <a:pt x="5053972" y="0"/>
                </a:lnTo>
                <a:lnTo>
                  <a:pt x="5053972" y="1448806"/>
                </a:lnTo>
                <a:lnTo>
                  <a:pt x="0" y="1448806"/>
                </a:lnTo>
                <a:lnTo>
                  <a:pt x="0" y="0"/>
                </a:lnTo>
                <a:close/>
              </a:path>
            </a:pathLst>
          </a:custGeom>
          <a:blipFill rotWithShape="1">
            <a:blip r:embed="rId7">
              <a:alphaModFix/>
            </a:blip>
            <a:stretch>
              <a:fillRect b="0" l="0" r="0" t="0"/>
            </a:stretch>
          </a:blipFill>
          <a:ln>
            <a:noFill/>
          </a:ln>
        </p:spPr>
      </p:sp>
      <p:sp>
        <p:nvSpPr>
          <p:cNvPr id="140" name="Google Shape;140;p5"/>
          <p:cNvSpPr txBox="1"/>
          <p:nvPr/>
        </p:nvSpPr>
        <p:spPr>
          <a:xfrm>
            <a:off x="9000375" y="3816393"/>
            <a:ext cx="6604222" cy="5043170"/>
          </a:xfrm>
          <a:prstGeom prst="rect">
            <a:avLst/>
          </a:prstGeom>
          <a:noFill/>
          <a:ln>
            <a:noFill/>
          </a:ln>
        </p:spPr>
        <p:txBody>
          <a:bodyPr anchorCtr="0" anchor="t" bIns="0" lIns="0" spcFirstLastPara="1" rIns="0" wrap="square" tIns="0">
            <a:spAutoFit/>
          </a:bodyPr>
          <a:lstStyle/>
          <a:p>
            <a:pPr indent="0" lvl="0" marL="0" marR="0" rtl="0" algn="just">
              <a:lnSpc>
                <a:spcPct val="140012"/>
              </a:lnSpc>
              <a:spcBef>
                <a:spcPts val="0"/>
              </a:spcBef>
              <a:spcAft>
                <a:spcPts val="0"/>
              </a:spcAft>
              <a:buNone/>
            </a:pPr>
            <a:r>
              <a:rPr b="0" i="0" lang="en-US" sz="3199" u="none" cap="none" strike="noStrike">
                <a:solidFill>
                  <a:srgbClr val="000000"/>
                </a:solidFill>
                <a:latin typeface="Arial"/>
                <a:ea typeface="Arial"/>
                <a:cs typeface="Arial"/>
                <a:sym typeface="Arial"/>
              </a:rPr>
              <a:t>Desarrollar una aplicación móvil orientada a la concientización sobre el abandono de mascotas y a la generación de oportunidades de adopción responsable, con el fin de brindar a los animales en situación de abandono la posibilidad de acceder a un nuevo hogar.</a:t>
            </a:r>
            <a:endParaRPr/>
          </a:p>
          <a:p>
            <a:pPr indent="0" lvl="0" marL="0" marR="0" rtl="0" algn="just">
              <a:lnSpc>
                <a:spcPct val="140012"/>
              </a:lnSpc>
              <a:spcBef>
                <a:spcPts val="0"/>
              </a:spcBef>
              <a:spcAft>
                <a:spcPts val="0"/>
              </a:spcAft>
              <a:buNone/>
            </a:pPr>
            <a:r>
              <a:t/>
            </a:r>
            <a:endParaRPr b="0" i="0" sz="3199" u="none" cap="none" strike="noStrike">
              <a:solidFill>
                <a:srgbClr val="000000"/>
              </a:solidFill>
              <a:latin typeface="Arial"/>
              <a:ea typeface="Arial"/>
              <a:cs typeface="Arial"/>
              <a:sym typeface="Arial"/>
            </a:endParaRPr>
          </a:p>
        </p:txBody>
      </p:sp>
      <p:sp>
        <p:nvSpPr>
          <p:cNvPr id="141" name="Google Shape;141;p5"/>
          <p:cNvSpPr txBox="1"/>
          <p:nvPr/>
        </p:nvSpPr>
        <p:spPr>
          <a:xfrm>
            <a:off x="880357" y="1410053"/>
            <a:ext cx="9357335" cy="1333502"/>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0" lang="en-US" sz="7499" u="none" cap="none" strike="noStrike">
                <a:solidFill>
                  <a:srgbClr val="000000"/>
                </a:solidFill>
                <a:latin typeface="Arial"/>
                <a:ea typeface="Arial"/>
                <a:cs typeface="Arial"/>
                <a:sym typeface="Arial"/>
              </a:rPr>
              <a:t>Objetivo Principal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FEEF7"/>
        </a:solidFill>
      </p:bgPr>
    </p:bg>
    <p:spTree>
      <p:nvGrpSpPr>
        <p:cNvPr id="145" name="Shape 145"/>
        <p:cNvGrpSpPr/>
        <p:nvPr/>
      </p:nvGrpSpPr>
      <p:grpSpPr>
        <a:xfrm>
          <a:off x="0" y="0"/>
          <a:ext cx="0" cy="0"/>
          <a:chOff x="0" y="0"/>
          <a:chExt cx="0" cy="0"/>
        </a:xfrm>
      </p:grpSpPr>
      <p:sp>
        <p:nvSpPr>
          <p:cNvPr id="146" name="Google Shape;146;p6"/>
          <p:cNvSpPr/>
          <p:nvPr/>
        </p:nvSpPr>
        <p:spPr>
          <a:xfrm>
            <a:off x="-3778741" y="-1210660"/>
            <a:ext cx="11497660" cy="11497660"/>
          </a:xfrm>
          <a:custGeom>
            <a:rect b="b" l="l" r="r" t="t"/>
            <a:pathLst>
              <a:path extrusionOk="0" h="11497660" w="11497660">
                <a:moveTo>
                  <a:pt x="0" y="0"/>
                </a:moveTo>
                <a:lnTo>
                  <a:pt x="11497660" y="0"/>
                </a:lnTo>
                <a:lnTo>
                  <a:pt x="11497660" y="11497660"/>
                </a:lnTo>
                <a:lnTo>
                  <a:pt x="0" y="11497660"/>
                </a:lnTo>
                <a:lnTo>
                  <a:pt x="0" y="0"/>
                </a:lnTo>
                <a:close/>
              </a:path>
            </a:pathLst>
          </a:custGeom>
          <a:blipFill rotWithShape="1">
            <a:blip r:embed="rId3">
              <a:alphaModFix amt="50000"/>
            </a:blip>
            <a:stretch>
              <a:fillRect b="0" l="0" r="0" t="0"/>
            </a:stretch>
          </a:blipFill>
          <a:ln>
            <a:noFill/>
          </a:ln>
        </p:spPr>
      </p:sp>
      <p:sp>
        <p:nvSpPr>
          <p:cNvPr id="147" name="Google Shape;147;p6"/>
          <p:cNvSpPr/>
          <p:nvPr/>
        </p:nvSpPr>
        <p:spPr>
          <a:xfrm flipH="1">
            <a:off x="13252839" y="0"/>
            <a:ext cx="11497660" cy="11497660"/>
          </a:xfrm>
          <a:custGeom>
            <a:rect b="b" l="l" r="r" t="t"/>
            <a:pathLst>
              <a:path extrusionOk="0" h="11497660" w="11497660">
                <a:moveTo>
                  <a:pt x="11497659" y="0"/>
                </a:moveTo>
                <a:lnTo>
                  <a:pt x="0" y="0"/>
                </a:lnTo>
                <a:lnTo>
                  <a:pt x="0" y="11497660"/>
                </a:lnTo>
                <a:lnTo>
                  <a:pt x="11497659" y="11497660"/>
                </a:lnTo>
                <a:lnTo>
                  <a:pt x="11497659" y="0"/>
                </a:lnTo>
                <a:close/>
              </a:path>
            </a:pathLst>
          </a:custGeom>
          <a:blipFill rotWithShape="1">
            <a:blip r:embed="rId3">
              <a:alphaModFix amt="50000"/>
            </a:blip>
            <a:stretch>
              <a:fillRect b="0" l="0" r="0" t="0"/>
            </a:stretch>
          </a:blipFill>
          <a:ln>
            <a:noFill/>
          </a:ln>
        </p:spPr>
      </p:sp>
      <p:sp>
        <p:nvSpPr>
          <p:cNvPr id="148" name="Google Shape;148;p6"/>
          <p:cNvSpPr/>
          <p:nvPr/>
        </p:nvSpPr>
        <p:spPr>
          <a:xfrm>
            <a:off x="446821" y="644001"/>
            <a:ext cx="10598476" cy="2380241"/>
          </a:xfrm>
          <a:custGeom>
            <a:rect b="b" l="l" r="r" t="t"/>
            <a:pathLst>
              <a:path extrusionOk="0" h="2380241" w="10598476">
                <a:moveTo>
                  <a:pt x="0" y="0"/>
                </a:moveTo>
                <a:lnTo>
                  <a:pt x="10598475" y="0"/>
                </a:lnTo>
                <a:lnTo>
                  <a:pt x="10598475" y="2380241"/>
                </a:lnTo>
                <a:lnTo>
                  <a:pt x="0" y="2380241"/>
                </a:lnTo>
                <a:lnTo>
                  <a:pt x="0" y="0"/>
                </a:lnTo>
                <a:close/>
              </a:path>
            </a:pathLst>
          </a:custGeom>
          <a:blipFill rotWithShape="1">
            <a:blip r:embed="rId4">
              <a:alphaModFix/>
            </a:blip>
            <a:stretch>
              <a:fillRect b="0" l="0" r="0" t="0"/>
            </a:stretch>
          </a:blipFill>
          <a:ln>
            <a:noFill/>
          </a:ln>
        </p:spPr>
      </p:sp>
      <p:sp>
        <p:nvSpPr>
          <p:cNvPr id="149" name="Google Shape;149;p6"/>
          <p:cNvSpPr/>
          <p:nvPr/>
        </p:nvSpPr>
        <p:spPr>
          <a:xfrm>
            <a:off x="8346847" y="2743554"/>
            <a:ext cx="8624576" cy="6928410"/>
          </a:xfrm>
          <a:custGeom>
            <a:rect b="b" l="l" r="r" t="t"/>
            <a:pathLst>
              <a:path extrusionOk="0" h="6928410" w="8624576">
                <a:moveTo>
                  <a:pt x="0" y="0"/>
                </a:moveTo>
                <a:lnTo>
                  <a:pt x="8624576" y="0"/>
                </a:lnTo>
                <a:lnTo>
                  <a:pt x="8624576" y="6928410"/>
                </a:lnTo>
                <a:lnTo>
                  <a:pt x="0" y="6928410"/>
                </a:lnTo>
                <a:lnTo>
                  <a:pt x="0" y="0"/>
                </a:lnTo>
                <a:close/>
              </a:path>
            </a:pathLst>
          </a:custGeom>
          <a:blipFill rotWithShape="1">
            <a:blip r:embed="rId5">
              <a:alphaModFix/>
            </a:blip>
            <a:stretch>
              <a:fillRect b="0" l="0" r="0" t="0"/>
            </a:stretch>
          </a:blipFill>
          <a:ln>
            <a:noFill/>
          </a:ln>
        </p:spPr>
      </p:sp>
      <p:sp>
        <p:nvSpPr>
          <p:cNvPr id="150" name="Google Shape;150;p6"/>
          <p:cNvSpPr/>
          <p:nvPr/>
        </p:nvSpPr>
        <p:spPr>
          <a:xfrm>
            <a:off x="7265452" y="3730062"/>
            <a:ext cx="746828" cy="1504942"/>
          </a:xfrm>
          <a:custGeom>
            <a:rect b="b" l="l" r="r" t="t"/>
            <a:pathLst>
              <a:path extrusionOk="0" h="1504942" w="746828">
                <a:moveTo>
                  <a:pt x="0" y="0"/>
                </a:moveTo>
                <a:lnTo>
                  <a:pt x="746827" y="0"/>
                </a:lnTo>
                <a:lnTo>
                  <a:pt x="746827" y="1504942"/>
                </a:lnTo>
                <a:lnTo>
                  <a:pt x="0" y="1504942"/>
                </a:lnTo>
                <a:lnTo>
                  <a:pt x="0" y="0"/>
                </a:lnTo>
                <a:close/>
              </a:path>
            </a:pathLst>
          </a:custGeom>
          <a:blipFill rotWithShape="1">
            <a:blip r:embed="rId6">
              <a:alphaModFix/>
            </a:blip>
            <a:stretch>
              <a:fillRect b="0" l="0" r="0" t="0"/>
            </a:stretch>
          </a:blipFill>
          <a:ln>
            <a:noFill/>
          </a:ln>
        </p:spPr>
      </p:sp>
      <p:sp>
        <p:nvSpPr>
          <p:cNvPr id="151" name="Google Shape;151;p6"/>
          <p:cNvSpPr/>
          <p:nvPr/>
        </p:nvSpPr>
        <p:spPr>
          <a:xfrm>
            <a:off x="12422088" y="728010"/>
            <a:ext cx="5053972" cy="1448805"/>
          </a:xfrm>
          <a:custGeom>
            <a:rect b="b" l="l" r="r" t="t"/>
            <a:pathLst>
              <a:path extrusionOk="0" h="1448805" w="5053972">
                <a:moveTo>
                  <a:pt x="0" y="0"/>
                </a:moveTo>
                <a:lnTo>
                  <a:pt x="5053972" y="0"/>
                </a:lnTo>
                <a:lnTo>
                  <a:pt x="5053972" y="1448806"/>
                </a:lnTo>
                <a:lnTo>
                  <a:pt x="0" y="1448806"/>
                </a:lnTo>
                <a:lnTo>
                  <a:pt x="0" y="0"/>
                </a:lnTo>
                <a:close/>
              </a:path>
            </a:pathLst>
          </a:custGeom>
          <a:blipFill rotWithShape="1">
            <a:blip r:embed="rId7">
              <a:alphaModFix/>
            </a:blip>
            <a:stretch>
              <a:fillRect b="0" l="0" r="0" t="0"/>
            </a:stretch>
          </a:blipFill>
          <a:ln>
            <a:noFill/>
          </a:ln>
        </p:spPr>
      </p:sp>
      <p:sp>
        <p:nvSpPr>
          <p:cNvPr id="152" name="Google Shape;152;p6"/>
          <p:cNvSpPr txBox="1"/>
          <p:nvPr/>
        </p:nvSpPr>
        <p:spPr>
          <a:xfrm>
            <a:off x="8197759" y="3741484"/>
            <a:ext cx="7647836" cy="5605145"/>
          </a:xfrm>
          <a:prstGeom prst="rect">
            <a:avLst/>
          </a:prstGeom>
          <a:noFill/>
          <a:ln>
            <a:noFill/>
          </a:ln>
        </p:spPr>
        <p:txBody>
          <a:bodyPr anchorCtr="0" anchor="t" bIns="0" lIns="0" spcFirstLastPara="1" rIns="0" wrap="square" tIns="0">
            <a:spAutoFit/>
          </a:bodyPr>
          <a:lstStyle/>
          <a:p>
            <a:pPr indent="-345439" lvl="1" marL="690879" marR="0" rtl="0" algn="just">
              <a:lnSpc>
                <a:spcPct val="140012"/>
              </a:lnSpc>
              <a:spcBef>
                <a:spcPts val="0"/>
              </a:spcBef>
              <a:spcAft>
                <a:spcPts val="0"/>
              </a:spcAft>
              <a:buClr>
                <a:srgbClr val="000000"/>
              </a:buClr>
              <a:buSzPts val="3199"/>
              <a:buFont typeface="Arial"/>
              <a:buChar char="•"/>
            </a:pPr>
            <a:r>
              <a:rPr b="0" i="0" lang="en-US" sz="3199" u="none" cap="none" strike="noStrike">
                <a:solidFill>
                  <a:srgbClr val="000000"/>
                </a:solidFill>
                <a:latin typeface="Arial"/>
                <a:ea typeface="Arial"/>
                <a:cs typeface="Arial"/>
                <a:sym typeface="Arial"/>
              </a:rPr>
              <a:t>Implementación de funciones tales como, registro de usuarios, publicación de mascotas, búsqueda filtrada, contacto entre usuarios(adopter, owner).</a:t>
            </a:r>
            <a:endParaRPr/>
          </a:p>
          <a:p>
            <a:pPr indent="0" lvl="0" marL="0" marR="0" rtl="0" algn="just">
              <a:lnSpc>
                <a:spcPct val="140012"/>
              </a:lnSpc>
              <a:spcBef>
                <a:spcPts val="0"/>
              </a:spcBef>
              <a:spcAft>
                <a:spcPts val="0"/>
              </a:spcAft>
              <a:buNone/>
            </a:pPr>
            <a:r>
              <a:t/>
            </a:r>
            <a:endParaRPr b="0" i="0" sz="3199" u="none" cap="none" strike="noStrike">
              <a:solidFill>
                <a:srgbClr val="000000"/>
              </a:solidFill>
              <a:latin typeface="Arial"/>
              <a:ea typeface="Arial"/>
              <a:cs typeface="Arial"/>
              <a:sym typeface="Arial"/>
            </a:endParaRPr>
          </a:p>
          <a:p>
            <a:pPr indent="-345439" lvl="1" marL="690879" marR="0" rtl="0" algn="just">
              <a:lnSpc>
                <a:spcPct val="140012"/>
              </a:lnSpc>
              <a:spcBef>
                <a:spcPts val="0"/>
              </a:spcBef>
              <a:spcAft>
                <a:spcPts val="0"/>
              </a:spcAft>
              <a:buClr>
                <a:srgbClr val="000000"/>
              </a:buClr>
              <a:buSzPts val="3199"/>
              <a:buFont typeface="Arial"/>
              <a:buChar char="•"/>
            </a:pPr>
            <a:r>
              <a:rPr b="0" i="0" lang="en-US" sz="3199" u="none" cap="none" strike="noStrike">
                <a:solidFill>
                  <a:srgbClr val="000000"/>
                </a:solidFill>
                <a:latin typeface="Arial"/>
                <a:ea typeface="Arial"/>
                <a:cs typeface="Arial"/>
                <a:sym typeface="Arial"/>
              </a:rPr>
              <a:t>Desarrollar una interfaz gráfica clara y accesible que facilite la interacción entre usuarios en la plataforma.</a:t>
            </a:r>
            <a:endParaRPr/>
          </a:p>
          <a:p>
            <a:pPr indent="0" lvl="0" marL="0" marR="0" rtl="0" algn="just">
              <a:lnSpc>
                <a:spcPct val="140012"/>
              </a:lnSpc>
              <a:spcBef>
                <a:spcPts val="0"/>
              </a:spcBef>
              <a:spcAft>
                <a:spcPts val="0"/>
              </a:spcAft>
              <a:buNone/>
            </a:pPr>
            <a:r>
              <a:t/>
            </a:r>
            <a:endParaRPr b="0" i="0" sz="3199" u="none" cap="none" strike="noStrike">
              <a:solidFill>
                <a:srgbClr val="000000"/>
              </a:solidFill>
              <a:latin typeface="Arial"/>
              <a:ea typeface="Arial"/>
              <a:cs typeface="Arial"/>
              <a:sym typeface="Arial"/>
            </a:endParaRPr>
          </a:p>
        </p:txBody>
      </p:sp>
      <p:sp>
        <p:nvSpPr>
          <p:cNvPr id="153" name="Google Shape;153;p6"/>
          <p:cNvSpPr txBox="1"/>
          <p:nvPr/>
        </p:nvSpPr>
        <p:spPr>
          <a:xfrm>
            <a:off x="600779" y="1252388"/>
            <a:ext cx="10290558" cy="2555771"/>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0" lang="en-US" sz="7189" u="none" cap="none" strike="noStrike">
                <a:solidFill>
                  <a:srgbClr val="000000"/>
                </a:solidFill>
                <a:latin typeface="Arial"/>
                <a:ea typeface="Arial"/>
                <a:cs typeface="Arial"/>
                <a:sym typeface="Arial"/>
              </a:rPr>
              <a:t>Objetivos Específicos</a:t>
            </a:r>
            <a:endParaRPr/>
          </a:p>
          <a:p>
            <a:pPr indent="0" lvl="0" marL="0" marR="0" rtl="0" algn="ctr">
              <a:lnSpc>
                <a:spcPct val="140005"/>
              </a:lnSpc>
              <a:spcBef>
                <a:spcPts val="0"/>
              </a:spcBef>
              <a:spcAft>
                <a:spcPts val="0"/>
              </a:spcAft>
              <a:buNone/>
            </a:pPr>
            <a:r>
              <a:t/>
            </a:r>
            <a:endParaRPr b="0" i="0" sz="7189"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FEEF7"/>
        </a:solidFill>
      </p:bgPr>
    </p:bg>
    <p:spTree>
      <p:nvGrpSpPr>
        <p:cNvPr id="157" name="Shape 157"/>
        <p:cNvGrpSpPr/>
        <p:nvPr/>
      </p:nvGrpSpPr>
      <p:grpSpPr>
        <a:xfrm>
          <a:off x="0" y="0"/>
          <a:ext cx="0" cy="0"/>
          <a:chOff x="0" y="0"/>
          <a:chExt cx="0" cy="0"/>
        </a:xfrm>
      </p:grpSpPr>
      <p:sp>
        <p:nvSpPr>
          <p:cNvPr id="158" name="Google Shape;158;p7"/>
          <p:cNvSpPr/>
          <p:nvPr/>
        </p:nvSpPr>
        <p:spPr>
          <a:xfrm>
            <a:off x="-3778741" y="-1210660"/>
            <a:ext cx="11497660" cy="11497660"/>
          </a:xfrm>
          <a:custGeom>
            <a:rect b="b" l="l" r="r" t="t"/>
            <a:pathLst>
              <a:path extrusionOk="0" h="11497660" w="11497660">
                <a:moveTo>
                  <a:pt x="0" y="0"/>
                </a:moveTo>
                <a:lnTo>
                  <a:pt x="11497660" y="0"/>
                </a:lnTo>
                <a:lnTo>
                  <a:pt x="11497660" y="11497660"/>
                </a:lnTo>
                <a:lnTo>
                  <a:pt x="0" y="11497660"/>
                </a:lnTo>
                <a:lnTo>
                  <a:pt x="0" y="0"/>
                </a:lnTo>
                <a:close/>
              </a:path>
            </a:pathLst>
          </a:custGeom>
          <a:blipFill rotWithShape="1">
            <a:blip r:embed="rId3">
              <a:alphaModFix amt="50000"/>
            </a:blip>
            <a:stretch>
              <a:fillRect b="0" l="0" r="0" t="0"/>
            </a:stretch>
          </a:blipFill>
          <a:ln>
            <a:noFill/>
          </a:ln>
        </p:spPr>
      </p:sp>
      <p:sp>
        <p:nvSpPr>
          <p:cNvPr id="159" name="Google Shape;159;p7"/>
          <p:cNvSpPr/>
          <p:nvPr/>
        </p:nvSpPr>
        <p:spPr>
          <a:xfrm flipH="1">
            <a:off x="13252839" y="0"/>
            <a:ext cx="11497660" cy="11497660"/>
          </a:xfrm>
          <a:custGeom>
            <a:rect b="b" l="l" r="r" t="t"/>
            <a:pathLst>
              <a:path extrusionOk="0" h="11497660" w="11497660">
                <a:moveTo>
                  <a:pt x="11497659" y="0"/>
                </a:moveTo>
                <a:lnTo>
                  <a:pt x="0" y="0"/>
                </a:lnTo>
                <a:lnTo>
                  <a:pt x="0" y="11497660"/>
                </a:lnTo>
                <a:lnTo>
                  <a:pt x="11497659" y="11497660"/>
                </a:lnTo>
                <a:lnTo>
                  <a:pt x="11497659" y="0"/>
                </a:lnTo>
                <a:close/>
              </a:path>
            </a:pathLst>
          </a:custGeom>
          <a:blipFill rotWithShape="1">
            <a:blip r:embed="rId3">
              <a:alphaModFix amt="50000"/>
            </a:blip>
            <a:stretch>
              <a:fillRect b="0" l="0" r="0" t="0"/>
            </a:stretch>
          </a:blipFill>
          <a:ln>
            <a:noFill/>
          </a:ln>
        </p:spPr>
      </p:sp>
      <p:sp>
        <p:nvSpPr>
          <p:cNvPr id="160" name="Google Shape;160;p7"/>
          <p:cNvSpPr/>
          <p:nvPr/>
        </p:nvSpPr>
        <p:spPr>
          <a:xfrm>
            <a:off x="13893739" y="3604552"/>
            <a:ext cx="3071870" cy="5653748"/>
          </a:xfrm>
          <a:custGeom>
            <a:rect b="b" l="l" r="r" t="t"/>
            <a:pathLst>
              <a:path extrusionOk="0" h="5653748" w="3071870">
                <a:moveTo>
                  <a:pt x="0" y="0"/>
                </a:moveTo>
                <a:lnTo>
                  <a:pt x="3071870" y="0"/>
                </a:lnTo>
                <a:lnTo>
                  <a:pt x="3071870" y="5653748"/>
                </a:lnTo>
                <a:lnTo>
                  <a:pt x="0" y="5653748"/>
                </a:lnTo>
                <a:lnTo>
                  <a:pt x="0" y="0"/>
                </a:lnTo>
                <a:close/>
              </a:path>
            </a:pathLst>
          </a:custGeom>
          <a:blipFill rotWithShape="1">
            <a:blip r:embed="rId4">
              <a:alphaModFix/>
            </a:blip>
            <a:stretch>
              <a:fillRect b="0" l="0" r="0" t="0"/>
            </a:stretch>
          </a:blipFill>
          <a:ln>
            <a:noFill/>
          </a:ln>
        </p:spPr>
      </p:sp>
      <p:sp>
        <p:nvSpPr>
          <p:cNvPr id="161" name="Google Shape;161;p7"/>
          <p:cNvSpPr/>
          <p:nvPr/>
        </p:nvSpPr>
        <p:spPr>
          <a:xfrm>
            <a:off x="3898243" y="2028832"/>
            <a:ext cx="10491513" cy="6229336"/>
          </a:xfrm>
          <a:custGeom>
            <a:rect b="b" l="l" r="r" t="t"/>
            <a:pathLst>
              <a:path extrusionOk="0" h="6229336" w="10491513">
                <a:moveTo>
                  <a:pt x="0" y="0"/>
                </a:moveTo>
                <a:lnTo>
                  <a:pt x="10491514" y="0"/>
                </a:lnTo>
                <a:lnTo>
                  <a:pt x="10491514" y="6229336"/>
                </a:lnTo>
                <a:lnTo>
                  <a:pt x="0" y="6229336"/>
                </a:lnTo>
                <a:lnTo>
                  <a:pt x="0" y="0"/>
                </a:lnTo>
                <a:close/>
              </a:path>
            </a:pathLst>
          </a:custGeom>
          <a:blipFill rotWithShape="1">
            <a:blip r:embed="rId5">
              <a:alphaModFix/>
            </a:blip>
            <a:stretch>
              <a:fillRect b="0" l="0" r="0" t="0"/>
            </a:stretch>
          </a:blipFill>
          <a:ln>
            <a:noFill/>
          </a:ln>
        </p:spPr>
      </p:sp>
      <p:sp>
        <p:nvSpPr>
          <p:cNvPr id="162" name="Google Shape;162;p7"/>
          <p:cNvSpPr/>
          <p:nvPr/>
        </p:nvSpPr>
        <p:spPr>
          <a:xfrm>
            <a:off x="1028700" y="1028700"/>
            <a:ext cx="2113205" cy="1901884"/>
          </a:xfrm>
          <a:custGeom>
            <a:rect b="b" l="l" r="r" t="t"/>
            <a:pathLst>
              <a:path extrusionOk="0" h="1901884" w="2113205">
                <a:moveTo>
                  <a:pt x="0" y="0"/>
                </a:moveTo>
                <a:lnTo>
                  <a:pt x="2113205" y="0"/>
                </a:lnTo>
                <a:lnTo>
                  <a:pt x="2113205" y="1901884"/>
                </a:lnTo>
                <a:lnTo>
                  <a:pt x="0" y="1901884"/>
                </a:lnTo>
                <a:lnTo>
                  <a:pt x="0" y="0"/>
                </a:lnTo>
                <a:close/>
              </a:path>
            </a:pathLst>
          </a:custGeom>
          <a:blipFill rotWithShape="1">
            <a:blip r:embed="rId6">
              <a:alphaModFix/>
            </a:blip>
            <a:stretch>
              <a:fillRect b="0" l="0" r="0" t="0"/>
            </a:stretch>
          </a:blipFill>
          <a:ln>
            <a:noFill/>
          </a:ln>
        </p:spPr>
      </p:sp>
      <p:sp>
        <p:nvSpPr>
          <p:cNvPr id="163" name="Google Shape;163;p7"/>
          <p:cNvSpPr txBox="1"/>
          <p:nvPr/>
        </p:nvSpPr>
        <p:spPr>
          <a:xfrm>
            <a:off x="4394261" y="4337226"/>
            <a:ext cx="9499477" cy="230442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8600" u="none" cap="none" strike="noStrike">
                <a:solidFill>
                  <a:srgbClr val="000000"/>
                </a:solidFill>
                <a:latin typeface="Arial"/>
                <a:ea typeface="Arial"/>
                <a:cs typeface="Arial"/>
                <a:sym typeface="Arial"/>
              </a:rPr>
              <a:t>Alcance del proyecto</a:t>
            </a:r>
            <a:endParaRPr/>
          </a:p>
        </p:txBody>
      </p:sp>
      <p:sp>
        <p:nvSpPr>
          <p:cNvPr id="164" name="Google Shape;164;p7"/>
          <p:cNvSpPr/>
          <p:nvPr/>
        </p:nvSpPr>
        <p:spPr>
          <a:xfrm>
            <a:off x="1028700" y="3587228"/>
            <a:ext cx="2113205" cy="1901884"/>
          </a:xfrm>
          <a:custGeom>
            <a:rect b="b" l="l" r="r" t="t"/>
            <a:pathLst>
              <a:path extrusionOk="0" h="1901884" w="2113205">
                <a:moveTo>
                  <a:pt x="0" y="0"/>
                </a:moveTo>
                <a:lnTo>
                  <a:pt x="2113205" y="0"/>
                </a:lnTo>
                <a:lnTo>
                  <a:pt x="2113205" y="1901884"/>
                </a:lnTo>
                <a:lnTo>
                  <a:pt x="0" y="1901884"/>
                </a:lnTo>
                <a:lnTo>
                  <a:pt x="0" y="0"/>
                </a:lnTo>
                <a:close/>
              </a:path>
            </a:pathLst>
          </a:custGeom>
          <a:blipFill rotWithShape="1">
            <a:blip r:embed="rId6">
              <a:alphaModFix/>
            </a:blip>
            <a:stretch>
              <a:fillRect b="0" l="0" r="0" t="0"/>
            </a:stretch>
          </a:blipFill>
          <a:ln>
            <a:noFill/>
          </a:ln>
        </p:spPr>
      </p:sp>
      <p:sp>
        <p:nvSpPr>
          <p:cNvPr id="165" name="Google Shape;165;p7"/>
          <p:cNvSpPr/>
          <p:nvPr/>
        </p:nvSpPr>
        <p:spPr>
          <a:xfrm>
            <a:off x="15219147" y="701000"/>
            <a:ext cx="2040153" cy="655399"/>
          </a:xfrm>
          <a:custGeom>
            <a:rect b="b" l="l" r="r" t="t"/>
            <a:pathLst>
              <a:path extrusionOk="0" h="655399" w="2040153">
                <a:moveTo>
                  <a:pt x="0" y="0"/>
                </a:moveTo>
                <a:lnTo>
                  <a:pt x="2040153" y="0"/>
                </a:lnTo>
                <a:lnTo>
                  <a:pt x="2040153" y="655400"/>
                </a:lnTo>
                <a:lnTo>
                  <a:pt x="0" y="655400"/>
                </a:lnTo>
                <a:lnTo>
                  <a:pt x="0" y="0"/>
                </a:lnTo>
                <a:close/>
              </a:path>
            </a:pathLst>
          </a:custGeom>
          <a:blipFill rotWithShape="1">
            <a:blip r:embed="rId7">
              <a:alphaModFix/>
            </a:blip>
            <a:stretch>
              <a:fillRect b="0" l="0" r="0" t="0"/>
            </a:stretch>
          </a:blipFill>
          <a:ln>
            <a:noFill/>
          </a:ln>
        </p:spPr>
      </p:sp>
      <p:sp>
        <p:nvSpPr>
          <p:cNvPr id="166" name="Google Shape;166;p7"/>
          <p:cNvSpPr/>
          <p:nvPr/>
        </p:nvSpPr>
        <p:spPr>
          <a:xfrm>
            <a:off x="2041606" y="4907301"/>
            <a:ext cx="1100298" cy="1683057"/>
          </a:xfrm>
          <a:custGeom>
            <a:rect b="b" l="l" r="r" t="t"/>
            <a:pathLst>
              <a:path extrusionOk="0" h="1683057" w="1100298">
                <a:moveTo>
                  <a:pt x="0" y="0"/>
                </a:moveTo>
                <a:lnTo>
                  <a:pt x="1100299" y="0"/>
                </a:lnTo>
                <a:lnTo>
                  <a:pt x="1100299" y="1683057"/>
                </a:lnTo>
                <a:lnTo>
                  <a:pt x="0" y="1683057"/>
                </a:lnTo>
                <a:lnTo>
                  <a:pt x="0" y="0"/>
                </a:lnTo>
                <a:close/>
              </a:path>
            </a:pathLst>
          </a:custGeom>
          <a:blipFill rotWithShape="1">
            <a:blip r:embed="rId8">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FEEF7"/>
        </a:solidFill>
      </p:bgPr>
    </p:bg>
    <p:spTree>
      <p:nvGrpSpPr>
        <p:cNvPr id="170" name="Shape 170"/>
        <p:cNvGrpSpPr/>
        <p:nvPr/>
      </p:nvGrpSpPr>
      <p:grpSpPr>
        <a:xfrm>
          <a:off x="0" y="0"/>
          <a:ext cx="0" cy="0"/>
          <a:chOff x="0" y="0"/>
          <a:chExt cx="0" cy="0"/>
        </a:xfrm>
      </p:grpSpPr>
      <p:sp>
        <p:nvSpPr>
          <p:cNvPr id="171" name="Google Shape;171;p8"/>
          <p:cNvSpPr/>
          <p:nvPr/>
        </p:nvSpPr>
        <p:spPr>
          <a:xfrm>
            <a:off x="-3778741" y="-1210660"/>
            <a:ext cx="11497660" cy="11497660"/>
          </a:xfrm>
          <a:custGeom>
            <a:rect b="b" l="l" r="r" t="t"/>
            <a:pathLst>
              <a:path extrusionOk="0" h="11497660" w="11497660">
                <a:moveTo>
                  <a:pt x="0" y="0"/>
                </a:moveTo>
                <a:lnTo>
                  <a:pt x="11497660" y="0"/>
                </a:lnTo>
                <a:lnTo>
                  <a:pt x="11497660" y="11497660"/>
                </a:lnTo>
                <a:lnTo>
                  <a:pt x="0" y="11497660"/>
                </a:lnTo>
                <a:lnTo>
                  <a:pt x="0" y="0"/>
                </a:lnTo>
                <a:close/>
              </a:path>
            </a:pathLst>
          </a:custGeom>
          <a:blipFill rotWithShape="1">
            <a:blip r:embed="rId3">
              <a:alphaModFix amt="50000"/>
            </a:blip>
            <a:stretch>
              <a:fillRect b="0" l="0" r="0" t="0"/>
            </a:stretch>
          </a:blipFill>
          <a:ln>
            <a:noFill/>
          </a:ln>
        </p:spPr>
      </p:sp>
      <p:sp>
        <p:nvSpPr>
          <p:cNvPr id="172" name="Google Shape;172;p8"/>
          <p:cNvSpPr/>
          <p:nvPr/>
        </p:nvSpPr>
        <p:spPr>
          <a:xfrm flipH="1">
            <a:off x="13252839" y="0"/>
            <a:ext cx="11497660" cy="11497660"/>
          </a:xfrm>
          <a:custGeom>
            <a:rect b="b" l="l" r="r" t="t"/>
            <a:pathLst>
              <a:path extrusionOk="0" h="11497660" w="11497660">
                <a:moveTo>
                  <a:pt x="11497659" y="0"/>
                </a:moveTo>
                <a:lnTo>
                  <a:pt x="0" y="0"/>
                </a:lnTo>
                <a:lnTo>
                  <a:pt x="0" y="11497660"/>
                </a:lnTo>
                <a:lnTo>
                  <a:pt x="11497659" y="11497660"/>
                </a:lnTo>
                <a:lnTo>
                  <a:pt x="11497659" y="0"/>
                </a:lnTo>
                <a:close/>
              </a:path>
            </a:pathLst>
          </a:custGeom>
          <a:blipFill rotWithShape="1">
            <a:blip r:embed="rId3">
              <a:alphaModFix amt="50000"/>
            </a:blip>
            <a:stretch>
              <a:fillRect b="0" l="0" r="0" t="0"/>
            </a:stretch>
          </a:blipFill>
          <a:ln>
            <a:noFill/>
          </a:ln>
        </p:spPr>
      </p:sp>
      <p:sp>
        <p:nvSpPr>
          <p:cNvPr id="173" name="Google Shape;173;p8"/>
          <p:cNvSpPr/>
          <p:nvPr/>
        </p:nvSpPr>
        <p:spPr>
          <a:xfrm>
            <a:off x="13893739" y="3604552"/>
            <a:ext cx="3071870" cy="5653748"/>
          </a:xfrm>
          <a:custGeom>
            <a:rect b="b" l="l" r="r" t="t"/>
            <a:pathLst>
              <a:path extrusionOk="0" h="5653748" w="3071870">
                <a:moveTo>
                  <a:pt x="0" y="0"/>
                </a:moveTo>
                <a:lnTo>
                  <a:pt x="3071870" y="0"/>
                </a:lnTo>
                <a:lnTo>
                  <a:pt x="3071870" y="5653748"/>
                </a:lnTo>
                <a:lnTo>
                  <a:pt x="0" y="5653748"/>
                </a:lnTo>
                <a:lnTo>
                  <a:pt x="0" y="0"/>
                </a:lnTo>
                <a:close/>
              </a:path>
            </a:pathLst>
          </a:custGeom>
          <a:blipFill rotWithShape="1">
            <a:blip r:embed="rId4">
              <a:alphaModFix/>
            </a:blip>
            <a:stretch>
              <a:fillRect b="0" l="0" r="0" t="0"/>
            </a:stretch>
          </a:blipFill>
          <a:ln>
            <a:noFill/>
          </a:ln>
        </p:spPr>
      </p:sp>
      <p:sp>
        <p:nvSpPr>
          <p:cNvPr id="174" name="Google Shape;174;p8"/>
          <p:cNvSpPr/>
          <p:nvPr/>
        </p:nvSpPr>
        <p:spPr>
          <a:xfrm>
            <a:off x="261963" y="1028700"/>
            <a:ext cx="2113205" cy="1901884"/>
          </a:xfrm>
          <a:custGeom>
            <a:rect b="b" l="l" r="r" t="t"/>
            <a:pathLst>
              <a:path extrusionOk="0" h="1901884" w="2113205">
                <a:moveTo>
                  <a:pt x="0" y="0"/>
                </a:moveTo>
                <a:lnTo>
                  <a:pt x="2113205" y="0"/>
                </a:lnTo>
                <a:lnTo>
                  <a:pt x="2113205" y="1901884"/>
                </a:lnTo>
                <a:lnTo>
                  <a:pt x="0" y="1901884"/>
                </a:lnTo>
                <a:lnTo>
                  <a:pt x="0" y="0"/>
                </a:lnTo>
                <a:close/>
              </a:path>
            </a:pathLst>
          </a:custGeom>
          <a:blipFill rotWithShape="1">
            <a:blip r:embed="rId5">
              <a:alphaModFix/>
            </a:blip>
            <a:stretch>
              <a:fillRect b="0" l="0" r="0" t="0"/>
            </a:stretch>
          </a:blipFill>
          <a:ln>
            <a:noFill/>
          </a:ln>
        </p:spPr>
      </p:sp>
      <p:sp>
        <p:nvSpPr>
          <p:cNvPr id="175" name="Google Shape;175;p8"/>
          <p:cNvSpPr/>
          <p:nvPr/>
        </p:nvSpPr>
        <p:spPr>
          <a:xfrm>
            <a:off x="261963" y="3587228"/>
            <a:ext cx="2113205" cy="1901884"/>
          </a:xfrm>
          <a:custGeom>
            <a:rect b="b" l="l" r="r" t="t"/>
            <a:pathLst>
              <a:path extrusionOk="0" h="1901884" w="2113205">
                <a:moveTo>
                  <a:pt x="0" y="0"/>
                </a:moveTo>
                <a:lnTo>
                  <a:pt x="2113205" y="0"/>
                </a:lnTo>
                <a:lnTo>
                  <a:pt x="2113205" y="1901884"/>
                </a:lnTo>
                <a:lnTo>
                  <a:pt x="0" y="1901884"/>
                </a:lnTo>
                <a:lnTo>
                  <a:pt x="0" y="0"/>
                </a:lnTo>
                <a:close/>
              </a:path>
            </a:pathLst>
          </a:custGeom>
          <a:blipFill rotWithShape="1">
            <a:blip r:embed="rId5">
              <a:alphaModFix/>
            </a:blip>
            <a:stretch>
              <a:fillRect b="0" l="0" r="0" t="0"/>
            </a:stretch>
          </a:blipFill>
          <a:ln>
            <a:noFill/>
          </a:ln>
        </p:spPr>
      </p:sp>
      <p:sp>
        <p:nvSpPr>
          <p:cNvPr id="176" name="Google Shape;176;p8"/>
          <p:cNvSpPr/>
          <p:nvPr/>
        </p:nvSpPr>
        <p:spPr>
          <a:xfrm>
            <a:off x="2538109" y="1316317"/>
            <a:ext cx="12891565" cy="7654367"/>
          </a:xfrm>
          <a:custGeom>
            <a:rect b="b" l="l" r="r" t="t"/>
            <a:pathLst>
              <a:path extrusionOk="0" h="7654367" w="12891565">
                <a:moveTo>
                  <a:pt x="0" y="0"/>
                </a:moveTo>
                <a:lnTo>
                  <a:pt x="12891565" y="0"/>
                </a:lnTo>
                <a:lnTo>
                  <a:pt x="12891565" y="7654366"/>
                </a:lnTo>
                <a:lnTo>
                  <a:pt x="0" y="7654366"/>
                </a:lnTo>
                <a:lnTo>
                  <a:pt x="0" y="0"/>
                </a:lnTo>
                <a:close/>
              </a:path>
            </a:pathLst>
          </a:custGeom>
          <a:blipFill rotWithShape="1">
            <a:blip r:embed="rId6">
              <a:alphaModFix/>
            </a:blip>
            <a:stretch>
              <a:fillRect b="0" l="0" r="0" t="0"/>
            </a:stretch>
          </a:blipFill>
          <a:ln>
            <a:noFill/>
          </a:ln>
        </p:spPr>
      </p:sp>
      <p:sp>
        <p:nvSpPr>
          <p:cNvPr id="177" name="Google Shape;177;p8"/>
          <p:cNvSpPr txBox="1"/>
          <p:nvPr/>
        </p:nvSpPr>
        <p:spPr>
          <a:xfrm>
            <a:off x="2983515" y="3981152"/>
            <a:ext cx="12000753" cy="4508726"/>
          </a:xfrm>
          <a:prstGeom prst="rect">
            <a:avLst/>
          </a:prstGeom>
          <a:noFill/>
          <a:ln>
            <a:noFill/>
          </a:ln>
        </p:spPr>
        <p:txBody>
          <a:bodyPr anchorCtr="0" anchor="t" bIns="0" lIns="0" spcFirstLastPara="1" rIns="0" wrap="square" tIns="0">
            <a:spAutoFit/>
          </a:bodyPr>
          <a:lstStyle/>
          <a:p>
            <a:pPr indent="-351221" lvl="1" marL="702443" marR="0" rtl="0" algn="ctr">
              <a:lnSpc>
                <a:spcPct val="100000"/>
              </a:lnSpc>
              <a:spcBef>
                <a:spcPts val="0"/>
              </a:spcBef>
              <a:spcAft>
                <a:spcPts val="0"/>
              </a:spcAft>
              <a:buClr>
                <a:srgbClr val="000000"/>
              </a:buClr>
              <a:buSzPts val="3253"/>
              <a:buFont typeface="Arial"/>
              <a:buChar char="•"/>
            </a:pPr>
            <a:r>
              <a:rPr b="0" i="0" lang="en-US" sz="3253" u="none" cap="none" strike="noStrike">
                <a:solidFill>
                  <a:srgbClr val="000000"/>
                </a:solidFill>
                <a:latin typeface="Arial"/>
                <a:ea typeface="Arial"/>
                <a:cs typeface="Arial"/>
                <a:sym typeface="Arial"/>
              </a:rPr>
              <a:t>De momento solo se van a subir en publicaciones, gatos y perros</a:t>
            </a:r>
            <a:endParaRPr/>
          </a:p>
          <a:p>
            <a:pPr indent="0" lvl="0" marL="0" marR="0" rtl="0" algn="ctr">
              <a:lnSpc>
                <a:spcPct val="100000"/>
              </a:lnSpc>
              <a:spcBef>
                <a:spcPts val="0"/>
              </a:spcBef>
              <a:spcAft>
                <a:spcPts val="0"/>
              </a:spcAft>
              <a:buNone/>
            </a:pPr>
            <a:r>
              <a:t/>
            </a:r>
            <a:endParaRPr b="0" i="0" sz="3253" u="none" cap="none" strike="noStrike">
              <a:solidFill>
                <a:srgbClr val="000000"/>
              </a:solidFill>
              <a:latin typeface="Arial"/>
              <a:ea typeface="Arial"/>
              <a:cs typeface="Arial"/>
              <a:sym typeface="Arial"/>
            </a:endParaRPr>
          </a:p>
          <a:p>
            <a:pPr indent="-351221" lvl="1" marL="702443" marR="0" rtl="0" algn="ctr">
              <a:lnSpc>
                <a:spcPct val="100000"/>
              </a:lnSpc>
              <a:spcBef>
                <a:spcPts val="0"/>
              </a:spcBef>
              <a:spcAft>
                <a:spcPts val="0"/>
              </a:spcAft>
              <a:buClr>
                <a:srgbClr val="000000"/>
              </a:buClr>
              <a:buSzPts val="3253"/>
              <a:buFont typeface="Arial"/>
              <a:buChar char="•"/>
            </a:pPr>
            <a:r>
              <a:rPr b="0" i="0" lang="en-US" sz="3253" u="none" cap="none" strike="noStrike">
                <a:solidFill>
                  <a:srgbClr val="000000"/>
                </a:solidFill>
                <a:latin typeface="Arial"/>
                <a:ea typeface="Arial"/>
                <a:cs typeface="Arial"/>
                <a:sym typeface="Arial"/>
              </a:rPr>
              <a:t>Solo existirán dos tipo de perfil (Owner, Adopter)</a:t>
            </a:r>
            <a:endParaRPr/>
          </a:p>
          <a:p>
            <a:pPr indent="0" lvl="0" marL="0" marR="0" rtl="0" algn="ctr">
              <a:lnSpc>
                <a:spcPct val="100000"/>
              </a:lnSpc>
              <a:spcBef>
                <a:spcPts val="0"/>
              </a:spcBef>
              <a:spcAft>
                <a:spcPts val="0"/>
              </a:spcAft>
              <a:buNone/>
            </a:pPr>
            <a:r>
              <a:t/>
            </a:r>
            <a:endParaRPr b="0" i="0" sz="3253" u="none" cap="none" strike="noStrike">
              <a:solidFill>
                <a:srgbClr val="000000"/>
              </a:solidFill>
              <a:latin typeface="Arial"/>
              <a:ea typeface="Arial"/>
              <a:cs typeface="Arial"/>
              <a:sym typeface="Arial"/>
            </a:endParaRPr>
          </a:p>
          <a:p>
            <a:pPr indent="-351221" lvl="1" marL="702443" marR="0" rtl="0" algn="ctr">
              <a:lnSpc>
                <a:spcPct val="100000"/>
              </a:lnSpc>
              <a:spcBef>
                <a:spcPts val="0"/>
              </a:spcBef>
              <a:spcAft>
                <a:spcPts val="0"/>
              </a:spcAft>
              <a:buClr>
                <a:srgbClr val="000000"/>
              </a:buClr>
              <a:buSzPts val="3253"/>
              <a:buFont typeface="Arial"/>
              <a:buChar char="•"/>
            </a:pPr>
            <a:r>
              <a:rPr b="0" i="0" lang="en-US" sz="3253" u="none" cap="none" strike="noStrike">
                <a:solidFill>
                  <a:srgbClr val="000000"/>
                </a:solidFill>
                <a:latin typeface="Arial"/>
                <a:ea typeface="Arial"/>
                <a:cs typeface="Arial"/>
                <a:sym typeface="Arial"/>
              </a:rPr>
              <a:t>Las búsquedas tendrán un filtro para su facilitación </a:t>
            </a:r>
            <a:endParaRPr/>
          </a:p>
          <a:p>
            <a:pPr indent="0" lvl="0" marL="0" marR="0" rtl="0" algn="ctr">
              <a:lnSpc>
                <a:spcPct val="100000"/>
              </a:lnSpc>
              <a:spcBef>
                <a:spcPts val="0"/>
              </a:spcBef>
              <a:spcAft>
                <a:spcPts val="0"/>
              </a:spcAft>
              <a:buNone/>
            </a:pPr>
            <a:r>
              <a:t/>
            </a:r>
            <a:endParaRPr b="0" i="0" sz="3253" u="none" cap="none" strike="noStrike">
              <a:solidFill>
                <a:srgbClr val="000000"/>
              </a:solidFill>
              <a:latin typeface="Arial"/>
              <a:ea typeface="Arial"/>
              <a:cs typeface="Arial"/>
              <a:sym typeface="Arial"/>
            </a:endParaRPr>
          </a:p>
          <a:p>
            <a:pPr indent="-351221" lvl="1" marL="702443" marR="0" rtl="0" algn="ctr">
              <a:lnSpc>
                <a:spcPct val="100000"/>
              </a:lnSpc>
              <a:spcBef>
                <a:spcPts val="0"/>
              </a:spcBef>
              <a:spcAft>
                <a:spcPts val="0"/>
              </a:spcAft>
              <a:buClr>
                <a:srgbClr val="000000"/>
              </a:buClr>
              <a:buSzPts val="3253"/>
              <a:buFont typeface="Arial"/>
              <a:buChar char="•"/>
            </a:pPr>
            <a:r>
              <a:rPr b="0" i="0" lang="en-US" sz="3253" u="none" cap="none" strike="noStrike">
                <a:solidFill>
                  <a:srgbClr val="000000"/>
                </a:solidFill>
                <a:latin typeface="Arial"/>
                <a:ea typeface="Arial"/>
                <a:cs typeface="Arial"/>
                <a:sym typeface="Arial"/>
              </a:rPr>
              <a:t>La demostración estará realizada con Ionic Framework</a:t>
            </a:r>
            <a:endParaRPr/>
          </a:p>
          <a:p>
            <a:pPr indent="0" lvl="0" marL="0" marR="0" rtl="0" algn="ctr">
              <a:lnSpc>
                <a:spcPct val="86474"/>
              </a:lnSpc>
              <a:spcBef>
                <a:spcPts val="0"/>
              </a:spcBef>
              <a:spcAft>
                <a:spcPts val="0"/>
              </a:spcAft>
              <a:buNone/>
            </a:pPr>
            <a:r>
              <a:t/>
            </a:r>
            <a:endParaRPr b="0" i="0" sz="3253" u="none" cap="none" strike="noStrike">
              <a:solidFill>
                <a:srgbClr val="000000"/>
              </a:solidFill>
              <a:latin typeface="Arial"/>
              <a:ea typeface="Arial"/>
              <a:cs typeface="Arial"/>
              <a:sym typeface="Arial"/>
            </a:endParaRPr>
          </a:p>
        </p:txBody>
      </p:sp>
      <p:sp>
        <p:nvSpPr>
          <p:cNvPr id="178" name="Google Shape;178;p8"/>
          <p:cNvSpPr/>
          <p:nvPr/>
        </p:nvSpPr>
        <p:spPr>
          <a:xfrm>
            <a:off x="15219147" y="701000"/>
            <a:ext cx="2040153" cy="655399"/>
          </a:xfrm>
          <a:custGeom>
            <a:rect b="b" l="l" r="r" t="t"/>
            <a:pathLst>
              <a:path extrusionOk="0" h="655399" w="2040153">
                <a:moveTo>
                  <a:pt x="0" y="0"/>
                </a:moveTo>
                <a:lnTo>
                  <a:pt x="2040153" y="0"/>
                </a:lnTo>
                <a:lnTo>
                  <a:pt x="2040153" y="655400"/>
                </a:lnTo>
                <a:lnTo>
                  <a:pt x="0" y="655400"/>
                </a:lnTo>
                <a:lnTo>
                  <a:pt x="0" y="0"/>
                </a:lnTo>
                <a:close/>
              </a:path>
            </a:pathLst>
          </a:custGeom>
          <a:blipFill rotWithShape="1">
            <a:blip r:embed="rId7">
              <a:alphaModFix/>
            </a:blip>
            <a:stretch>
              <a:fillRect b="0" l="0" r="0" t="0"/>
            </a:stretch>
          </a:blipFill>
          <a:ln>
            <a:noFill/>
          </a:ln>
        </p:spPr>
      </p:sp>
      <p:sp>
        <p:nvSpPr>
          <p:cNvPr id="179" name="Google Shape;179;p8"/>
          <p:cNvSpPr/>
          <p:nvPr/>
        </p:nvSpPr>
        <p:spPr>
          <a:xfrm>
            <a:off x="1437810" y="4538170"/>
            <a:ext cx="1100298" cy="1683057"/>
          </a:xfrm>
          <a:custGeom>
            <a:rect b="b" l="l" r="r" t="t"/>
            <a:pathLst>
              <a:path extrusionOk="0" h="1683057" w="1100298">
                <a:moveTo>
                  <a:pt x="0" y="0"/>
                </a:moveTo>
                <a:lnTo>
                  <a:pt x="1100299" y="0"/>
                </a:lnTo>
                <a:lnTo>
                  <a:pt x="1100299" y="1683057"/>
                </a:lnTo>
                <a:lnTo>
                  <a:pt x="0" y="1683057"/>
                </a:lnTo>
                <a:lnTo>
                  <a:pt x="0" y="0"/>
                </a:lnTo>
                <a:close/>
              </a:path>
            </a:pathLst>
          </a:custGeom>
          <a:blipFill rotWithShape="1">
            <a:blip r:embed="rId8">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FEEF7"/>
        </a:solidFill>
      </p:bgPr>
    </p:bg>
    <p:spTree>
      <p:nvGrpSpPr>
        <p:cNvPr id="183" name="Shape 183"/>
        <p:cNvGrpSpPr/>
        <p:nvPr/>
      </p:nvGrpSpPr>
      <p:grpSpPr>
        <a:xfrm>
          <a:off x="0" y="0"/>
          <a:ext cx="0" cy="0"/>
          <a:chOff x="0" y="0"/>
          <a:chExt cx="0" cy="0"/>
        </a:xfrm>
      </p:grpSpPr>
      <p:sp>
        <p:nvSpPr>
          <p:cNvPr id="184" name="Google Shape;184;p9"/>
          <p:cNvSpPr/>
          <p:nvPr/>
        </p:nvSpPr>
        <p:spPr>
          <a:xfrm>
            <a:off x="-3778741" y="-1210660"/>
            <a:ext cx="11497660" cy="11497660"/>
          </a:xfrm>
          <a:custGeom>
            <a:rect b="b" l="l" r="r" t="t"/>
            <a:pathLst>
              <a:path extrusionOk="0" h="11497660" w="11497660">
                <a:moveTo>
                  <a:pt x="0" y="0"/>
                </a:moveTo>
                <a:lnTo>
                  <a:pt x="11497660" y="0"/>
                </a:lnTo>
                <a:lnTo>
                  <a:pt x="11497660" y="11497660"/>
                </a:lnTo>
                <a:lnTo>
                  <a:pt x="0" y="11497660"/>
                </a:lnTo>
                <a:lnTo>
                  <a:pt x="0" y="0"/>
                </a:lnTo>
                <a:close/>
              </a:path>
            </a:pathLst>
          </a:custGeom>
          <a:blipFill rotWithShape="1">
            <a:blip r:embed="rId3">
              <a:alphaModFix amt="50000"/>
            </a:blip>
            <a:stretch>
              <a:fillRect b="0" l="0" r="0" t="0"/>
            </a:stretch>
          </a:blipFill>
          <a:ln>
            <a:noFill/>
          </a:ln>
        </p:spPr>
      </p:sp>
      <p:sp>
        <p:nvSpPr>
          <p:cNvPr id="185" name="Google Shape;185;p9"/>
          <p:cNvSpPr/>
          <p:nvPr/>
        </p:nvSpPr>
        <p:spPr>
          <a:xfrm flipH="1">
            <a:off x="13252839" y="0"/>
            <a:ext cx="11497660" cy="11497660"/>
          </a:xfrm>
          <a:custGeom>
            <a:rect b="b" l="l" r="r" t="t"/>
            <a:pathLst>
              <a:path extrusionOk="0" h="11497660" w="11497660">
                <a:moveTo>
                  <a:pt x="11497659" y="0"/>
                </a:moveTo>
                <a:lnTo>
                  <a:pt x="0" y="0"/>
                </a:lnTo>
                <a:lnTo>
                  <a:pt x="0" y="11497660"/>
                </a:lnTo>
                <a:lnTo>
                  <a:pt x="11497659" y="11497660"/>
                </a:lnTo>
                <a:lnTo>
                  <a:pt x="11497659" y="0"/>
                </a:lnTo>
                <a:close/>
              </a:path>
            </a:pathLst>
          </a:custGeom>
          <a:blipFill rotWithShape="1">
            <a:blip r:embed="rId3">
              <a:alphaModFix amt="50000"/>
            </a:blip>
            <a:stretch>
              <a:fillRect b="0" l="0" r="0" t="0"/>
            </a:stretch>
          </a:blipFill>
          <a:ln>
            <a:noFill/>
          </a:ln>
        </p:spPr>
      </p:sp>
      <p:sp>
        <p:nvSpPr>
          <p:cNvPr id="186" name="Google Shape;186;p9"/>
          <p:cNvSpPr/>
          <p:nvPr/>
        </p:nvSpPr>
        <p:spPr>
          <a:xfrm>
            <a:off x="13893739" y="3604552"/>
            <a:ext cx="3071870" cy="5653748"/>
          </a:xfrm>
          <a:custGeom>
            <a:rect b="b" l="l" r="r" t="t"/>
            <a:pathLst>
              <a:path extrusionOk="0" h="5653748" w="3071870">
                <a:moveTo>
                  <a:pt x="0" y="0"/>
                </a:moveTo>
                <a:lnTo>
                  <a:pt x="3071870" y="0"/>
                </a:lnTo>
                <a:lnTo>
                  <a:pt x="3071870" y="5653748"/>
                </a:lnTo>
                <a:lnTo>
                  <a:pt x="0" y="5653748"/>
                </a:lnTo>
                <a:lnTo>
                  <a:pt x="0" y="0"/>
                </a:lnTo>
                <a:close/>
              </a:path>
            </a:pathLst>
          </a:custGeom>
          <a:blipFill rotWithShape="1">
            <a:blip r:embed="rId4">
              <a:alphaModFix/>
            </a:blip>
            <a:stretch>
              <a:fillRect b="0" l="0" r="0" t="0"/>
            </a:stretch>
          </a:blipFill>
          <a:ln>
            <a:noFill/>
          </a:ln>
        </p:spPr>
      </p:sp>
      <p:sp>
        <p:nvSpPr>
          <p:cNvPr id="187" name="Google Shape;187;p9"/>
          <p:cNvSpPr/>
          <p:nvPr/>
        </p:nvSpPr>
        <p:spPr>
          <a:xfrm>
            <a:off x="3898243" y="2028832"/>
            <a:ext cx="10491513" cy="6229336"/>
          </a:xfrm>
          <a:custGeom>
            <a:rect b="b" l="l" r="r" t="t"/>
            <a:pathLst>
              <a:path extrusionOk="0" h="6229336" w="10491513">
                <a:moveTo>
                  <a:pt x="0" y="0"/>
                </a:moveTo>
                <a:lnTo>
                  <a:pt x="10491514" y="0"/>
                </a:lnTo>
                <a:lnTo>
                  <a:pt x="10491514" y="6229336"/>
                </a:lnTo>
                <a:lnTo>
                  <a:pt x="0" y="6229336"/>
                </a:lnTo>
                <a:lnTo>
                  <a:pt x="0" y="0"/>
                </a:lnTo>
                <a:close/>
              </a:path>
            </a:pathLst>
          </a:custGeom>
          <a:blipFill rotWithShape="1">
            <a:blip r:embed="rId5">
              <a:alphaModFix/>
            </a:blip>
            <a:stretch>
              <a:fillRect b="0" l="0" r="0" t="0"/>
            </a:stretch>
          </a:blipFill>
          <a:ln>
            <a:noFill/>
          </a:ln>
        </p:spPr>
      </p:sp>
      <p:sp>
        <p:nvSpPr>
          <p:cNvPr id="188" name="Google Shape;188;p9"/>
          <p:cNvSpPr/>
          <p:nvPr/>
        </p:nvSpPr>
        <p:spPr>
          <a:xfrm>
            <a:off x="1028700" y="1028700"/>
            <a:ext cx="2113205" cy="1901884"/>
          </a:xfrm>
          <a:custGeom>
            <a:rect b="b" l="l" r="r" t="t"/>
            <a:pathLst>
              <a:path extrusionOk="0" h="1901884" w="2113205">
                <a:moveTo>
                  <a:pt x="0" y="0"/>
                </a:moveTo>
                <a:lnTo>
                  <a:pt x="2113205" y="0"/>
                </a:lnTo>
                <a:lnTo>
                  <a:pt x="2113205" y="1901884"/>
                </a:lnTo>
                <a:lnTo>
                  <a:pt x="0" y="1901884"/>
                </a:lnTo>
                <a:lnTo>
                  <a:pt x="0" y="0"/>
                </a:lnTo>
                <a:close/>
              </a:path>
            </a:pathLst>
          </a:custGeom>
          <a:blipFill rotWithShape="1">
            <a:blip r:embed="rId6">
              <a:alphaModFix/>
            </a:blip>
            <a:stretch>
              <a:fillRect b="0" l="0" r="0" t="0"/>
            </a:stretch>
          </a:blipFill>
          <a:ln>
            <a:noFill/>
          </a:ln>
        </p:spPr>
      </p:sp>
      <p:sp>
        <p:nvSpPr>
          <p:cNvPr id="189" name="Google Shape;189;p9"/>
          <p:cNvSpPr txBox="1"/>
          <p:nvPr/>
        </p:nvSpPr>
        <p:spPr>
          <a:xfrm>
            <a:off x="4394261" y="4337226"/>
            <a:ext cx="9499477" cy="230442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8600" u="none" cap="none" strike="noStrike">
                <a:solidFill>
                  <a:srgbClr val="000000"/>
                </a:solidFill>
                <a:latin typeface="Arial"/>
                <a:ea typeface="Arial"/>
                <a:cs typeface="Arial"/>
                <a:sym typeface="Arial"/>
              </a:rPr>
              <a:t>Requerimientos</a:t>
            </a:r>
            <a:endParaRPr/>
          </a:p>
          <a:p>
            <a:pPr indent="0" lvl="0" marL="0" marR="0" rtl="0" algn="ctr">
              <a:lnSpc>
                <a:spcPct val="100000"/>
              </a:lnSpc>
              <a:spcBef>
                <a:spcPts val="0"/>
              </a:spcBef>
              <a:spcAft>
                <a:spcPts val="0"/>
              </a:spcAft>
              <a:buNone/>
            </a:pPr>
            <a:r>
              <a:t/>
            </a:r>
            <a:endParaRPr b="0" i="0" sz="8600" u="none" cap="none" strike="noStrike">
              <a:solidFill>
                <a:srgbClr val="000000"/>
              </a:solidFill>
              <a:latin typeface="Arial"/>
              <a:ea typeface="Arial"/>
              <a:cs typeface="Arial"/>
              <a:sym typeface="Arial"/>
            </a:endParaRPr>
          </a:p>
        </p:txBody>
      </p:sp>
      <p:sp>
        <p:nvSpPr>
          <p:cNvPr id="190" name="Google Shape;190;p9"/>
          <p:cNvSpPr/>
          <p:nvPr/>
        </p:nvSpPr>
        <p:spPr>
          <a:xfrm>
            <a:off x="1028700" y="3587228"/>
            <a:ext cx="2113205" cy="1901884"/>
          </a:xfrm>
          <a:custGeom>
            <a:rect b="b" l="l" r="r" t="t"/>
            <a:pathLst>
              <a:path extrusionOk="0" h="1901884" w="2113205">
                <a:moveTo>
                  <a:pt x="0" y="0"/>
                </a:moveTo>
                <a:lnTo>
                  <a:pt x="2113205" y="0"/>
                </a:lnTo>
                <a:lnTo>
                  <a:pt x="2113205" y="1901884"/>
                </a:lnTo>
                <a:lnTo>
                  <a:pt x="0" y="1901884"/>
                </a:lnTo>
                <a:lnTo>
                  <a:pt x="0" y="0"/>
                </a:lnTo>
                <a:close/>
              </a:path>
            </a:pathLst>
          </a:custGeom>
          <a:blipFill rotWithShape="1">
            <a:blip r:embed="rId6">
              <a:alphaModFix/>
            </a:blip>
            <a:stretch>
              <a:fillRect b="0" l="0" r="0" t="0"/>
            </a:stretch>
          </a:blipFill>
          <a:ln>
            <a:noFill/>
          </a:ln>
        </p:spPr>
      </p:sp>
      <p:sp>
        <p:nvSpPr>
          <p:cNvPr id="191" name="Google Shape;191;p9"/>
          <p:cNvSpPr/>
          <p:nvPr/>
        </p:nvSpPr>
        <p:spPr>
          <a:xfrm>
            <a:off x="15219147" y="701000"/>
            <a:ext cx="2040153" cy="655399"/>
          </a:xfrm>
          <a:custGeom>
            <a:rect b="b" l="l" r="r" t="t"/>
            <a:pathLst>
              <a:path extrusionOk="0" h="655399" w="2040153">
                <a:moveTo>
                  <a:pt x="0" y="0"/>
                </a:moveTo>
                <a:lnTo>
                  <a:pt x="2040153" y="0"/>
                </a:lnTo>
                <a:lnTo>
                  <a:pt x="2040153" y="655400"/>
                </a:lnTo>
                <a:lnTo>
                  <a:pt x="0" y="655400"/>
                </a:lnTo>
                <a:lnTo>
                  <a:pt x="0" y="0"/>
                </a:lnTo>
                <a:close/>
              </a:path>
            </a:pathLst>
          </a:custGeom>
          <a:blipFill rotWithShape="1">
            <a:blip r:embed="rId7">
              <a:alphaModFix/>
            </a:blip>
            <a:stretch>
              <a:fillRect b="0" l="0" r="0" t="0"/>
            </a:stretch>
          </a:blipFill>
          <a:ln>
            <a:noFill/>
          </a:ln>
        </p:spPr>
      </p:sp>
      <p:sp>
        <p:nvSpPr>
          <p:cNvPr id="192" name="Google Shape;192;p9"/>
          <p:cNvSpPr/>
          <p:nvPr/>
        </p:nvSpPr>
        <p:spPr>
          <a:xfrm>
            <a:off x="2041606" y="4907301"/>
            <a:ext cx="1100298" cy="1683057"/>
          </a:xfrm>
          <a:custGeom>
            <a:rect b="b" l="l" r="r" t="t"/>
            <a:pathLst>
              <a:path extrusionOk="0" h="1683057" w="1100298">
                <a:moveTo>
                  <a:pt x="0" y="0"/>
                </a:moveTo>
                <a:lnTo>
                  <a:pt x="1100299" y="0"/>
                </a:lnTo>
                <a:lnTo>
                  <a:pt x="1100299" y="1683057"/>
                </a:lnTo>
                <a:lnTo>
                  <a:pt x="0" y="1683057"/>
                </a:lnTo>
                <a:lnTo>
                  <a:pt x="0" y="0"/>
                </a:lnTo>
                <a:close/>
              </a:path>
            </a:pathLst>
          </a:custGeom>
          <a:blipFill rotWithShape="1">
            <a:blip r:embed="rId8">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FEEF7"/>
        </a:solidFill>
      </p:bgPr>
    </p:bg>
    <p:spTree>
      <p:nvGrpSpPr>
        <p:cNvPr id="196" name="Shape 196"/>
        <p:cNvGrpSpPr/>
        <p:nvPr/>
      </p:nvGrpSpPr>
      <p:grpSpPr>
        <a:xfrm>
          <a:off x="0" y="0"/>
          <a:ext cx="0" cy="0"/>
          <a:chOff x="0" y="0"/>
          <a:chExt cx="0" cy="0"/>
        </a:xfrm>
      </p:grpSpPr>
      <p:sp>
        <p:nvSpPr>
          <p:cNvPr id="197" name="Google Shape;197;p10"/>
          <p:cNvSpPr/>
          <p:nvPr/>
        </p:nvSpPr>
        <p:spPr>
          <a:xfrm>
            <a:off x="-3778741" y="-1210660"/>
            <a:ext cx="11497660" cy="11497660"/>
          </a:xfrm>
          <a:custGeom>
            <a:rect b="b" l="l" r="r" t="t"/>
            <a:pathLst>
              <a:path extrusionOk="0" h="11497660" w="11497660">
                <a:moveTo>
                  <a:pt x="0" y="0"/>
                </a:moveTo>
                <a:lnTo>
                  <a:pt x="11497660" y="0"/>
                </a:lnTo>
                <a:lnTo>
                  <a:pt x="11497660" y="11497660"/>
                </a:lnTo>
                <a:lnTo>
                  <a:pt x="0" y="11497660"/>
                </a:lnTo>
                <a:lnTo>
                  <a:pt x="0" y="0"/>
                </a:lnTo>
                <a:close/>
              </a:path>
            </a:pathLst>
          </a:custGeom>
          <a:blipFill rotWithShape="1">
            <a:blip r:embed="rId3">
              <a:alphaModFix amt="50000"/>
            </a:blip>
            <a:stretch>
              <a:fillRect b="0" l="0" r="0" t="0"/>
            </a:stretch>
          </a:blipFill>
          <a:ln>
            <a:noFill/>
          </a:ln>
        </p:spPr>
      </p:sp>
      <p:sp>
        <p:nvSpPr>
          <p:cNvPr id="198" name="Google Shape;198;p10"/>
          <p:cNvSpPr/>
          <p:nvPr/>
        </p:nvSpPr>
        <p:spPr>
          <a:xfrm flipH="1">
            <a:off x="13252839" y="0"/>
            <a:ext cx="11497660" cy="11497660"/>
          </a:xfrm>
          <a:custGeom>
            <a:rect b="b" l="l" r="r" t="t"/>
            <a:pathLst>
              <a:path extrusionOk="0" h="11497660" w="11497660">
                <a:moveTo>
                  <a:pt x="11497659" y="0"/>
                </a:moveTo>
                <a:lnTo>
                  <a:pt x="0" y="0"/>
                </a:lnTo>
                <a:lnTo>
                  <a:pt x="0" y="11497660"/>
                </a:lnTo>
                <a:lnTo>
                  <a:pt x="11497659" y="11497660"/>
                </a:lnTo>
                <a:lnTo>
                  <a:pt x="11497659" y="0"/>
                </a:lnTo>
                <a:close/>
              </a:path>
            </a:pathLst>
          </a:custGeom>
          <a:blipFill rotWithShape="1">
            <a:blip r:embed="rId3">
              <a:alphaModFix amt="50000"/>
            </a:blip>
            <a:stretch>
              <a:fillRect b="0" l="0" r="0" t="0"/>
            </a:stretch>
          </a:blipFill>
          <a:ln>
            <a:noFill/>
          </a:ln>
        </p:spPr>
      </p:sp>
      <p:sp>
        <p:nvSpPr>
          <p:cNvPr id="199" name="Google Shape;199;p10"/>
          <p:cNvSpPr/>
          <p:nvPr/>
        </p:nvSpPr>
        <p:spPr>
          <a:xfrm>
            <a:off x="327740" y="147683"/>
            <a:ext cx="8624576" cy="6928410"/>
          </a:xfrm>
          <a:custGeom>
            <a:rect b="b" l="l" r="r" t="t"/>
            <a:pathLst>
              <a:path extrusionOk="0" h="6928410" w="8624576">
                <a:moveTo>
                  <a:pt x="0" y="0"/>
                </a:moveTo>
                <a:lnTo>
                  <a:pt x="8624576" y="0"/>
                </a:lnTo>
                <a:lnTo>
                  <a:pt x="8624576" y="6928410"/>
                </a:lnTo>
                <a:lnTo>
                  <a:pt x="0" y="6928410"/>
                </a:lnTo>
                <a:lnTo>
                  <a:pt x="0" y="0"/>
                </a:lnTo>
                <a:close/>
              </a:path>
            </a:pathLst>
          </a:custGeom>
          <a:blipFill rotWithShape="1">
            <a:blip r:embed="rId4">
              <a:alphaModFix/>
            </a:blip>
            <a:stretch>
              <a:fillRect b="0" l="0" r="0" t="0"/>
            </a:stretch>
          </a:blipFill>
          <a:ln>
            <a:noFill/>
          </a:ln>
        </p:spPr>
      </p:sp>
      <p:sp>
        <p:nvSpPr>
          <p:cNvPr id="200" name="Google Shape;200;p10"/>
          <p:cNvSpPr/>
          <p:nvPr/>
        </p:nvSpPr>
        <p:spPr>
          <a:xfrm>
            <a:off x="12422088" y="728010"/>
            <a:ext cx="5053972" cy="1448805"/>
          </a:xfrm>
          <a:custGeom>
            <a:rect b="b" l="l" r="r" t="t"/>
            <a:pathLst>
              <a:path extrusionOk="0" h="1448805" w="5053972">
                <a:moveTo>
                  <a:pt x="0" y="0"/>
                </a:moveTo>
                <a:lnTo>
                  <a:pt x="5053972" y="0"/>
                </a:lnTo>
                <a:lnTo>
                  <a:pt x="5053972" y="1448806"/>
                </a:lnTo>
                <a:lnTo>
                  <a:pt x="0" y="1448806"/>
                </a:lnTo>
                <a:lnTo>
                  <a:pt x="0" y="0"/>
                </a:lnTo>
                <a:close/>
              </a:path>
            </a:pathLst>
          </a:custGeom>
          <a:blipFill rotWithShape="1">
            <a:blip r:embed="rId5">
              <a:alphaModFix/>
            </a:blip>
            <a:stretch>
              <a:fillRect b="0" l="0" r="0" t="0"/>
            </a:stretch>
          </a:blipFill>
          <a:ln>
            <a:noFill/>
          </a:ln>
        </p:spPr>
      </p:sp>
      <p:sp>
        <p:nvSpPr>
          <p:cNvPr id="201" name="Google Shape;201;p10"/>
          <p:cNvSpPr txBox="1"/>
          <p:nvPr/>
        </p:nvSpPr>
        <p:spPr>
          <a:xfrm>
            <a:off x="981267" y="1220522"/>
            <a:ext cx="6135661" cy="5043170"/>
          </a:xfrm>
          <a:prstGeom prst="rect">
            <a:avLst/>
          </a:prstGeom>
          <a:noFill/>
          <a:ln>
            <a:noFill/>
          </a:ln>
        </p:spPr>
        <p:txBody>
          <a:bodyPr anchorCtr="0" anchor="t" bIns="0" lIns="0" spcFirstLastPara="1" rIns="0" wrap="square" tIns="0">
            <a:spAutoFit/>
          </a:bodyPr>
          <a:lstStyle/>
          <a:p>
            <a:pPr indent="0" lvl="0" marL="0" marR="0" rtl="0" algn="just">
              <a:lnSpc>
                <a:spcPct val="140012"/>
              </a:lnSpc>
              <a:spcBef>
                <a:spcPts val="0"/>
              </a:spcBef>
              <a:spcAft>
                <a:spcPts val="0"/>
              </a:spcAft>
              <a:buNone/>
            </a:pPr>
            <a:r>
              <a:rPr b="1" i="0" lang="en-US" sz="3199" u="sng" cap="none" strike="noStrike">
                <a:solidFill>
                  <a:srgbClr val="000000"/>
                </a:solidFill>
                <a:latin typeface="Arial"/>
                <a:ea typeface="Arial"/>
                <a:cs typeface="Arial"/>
                <a:sym typeface="Arial"/>
              </a:rPr>
              <a:t>Funcionales:</a:t>
            </a:r>
            <a:endParaRPr/>
          </a:p>
          <a:p>
            <a:pPr indent="-345439" lvl="1" marL="690879" marR="0" rtl="0" algn="just">
              <a:lnSpc>
                <a:spcPct val="140012"/>
              </a:lnSpc>
              <a:spcBef>
                <a:spcPts val="0"/>
              </a:spcBef>
              <a:spcAft>
                <a:spcPts val="0"/>
              </a:spcAft>
              <a:buClr>
                <a:srgbClr val="000000"/>
              </a:buClr>
              <a:buSzPts val="3199"/>
              <a:buFont typeface="Arial"/>
              <a:buChar char="•"/>
            </a:pPr>
            <a:r>
              <a:rPr b="0" i="0" lang="en-US" sz="3199" u="none" cap="none" strike="noStrike">
                <a:solidFill>
                  <a:srgbClr val="000000"/>
                </a:solidFill>
                <a:latin typeface="Arial"/>
                <a:ea typeface="Arial"/>
                <a:cs typeface="Arial"/>
                <a:sym typeface="Arial"/>
              </a:rPr>
              <a:t>Formulario de publicación dentro de la plataforma (para dar mascotas en adopción)</a:t>
            </a:r>
            <a:endParaRPr/>
          </a:p>
          <a:p>
            <a:pPr indent="-345439" lvl="1" marL="690879" marR="0" rtl="0" algn="just">
              <a:lnSpc>
                <a:spcPct val="140012"/>
              </a:lnSpc>
              <a:spcBef>
                <a:spcPts val="0"/>
              </a:spcBef>
              <a:spcAft>
                <a:spcPts val="0"/>
              </a:spcAft>
              <a:buClr>
                <a:srgbClr val="000000"/>
              </a:buClr>
              <a:buSzPts val="3199"/>
              <a:buFont typeface="Arial"/>
              <a:buChar char="•"/>
            </a:pPr>
            <a:r>
              <a:rPr b="0" i="0" lang="en-US" sz="3199" u="none" cap="none" strike="noStrike">
                <a:solidFill>
                  <a:srgbClr val="000000"/>
                </a:solidFill>
                <a:latin typeface="Arial"/>
                <a:ea typeface="Arial"/>
                <a:cs typeface="Arial"/>
                <a:sym typeface="Arial"/>
              </a:rPr>
              <a:t>Búsqueda con filtros(especie, edad, tamaño, etc.)</a:t>
            </a:r>
            <a:endParaRPr/>
          </a:p>
          <a:p>
            <a:pPr indent="-345439" lvl="1" marL="690879" marR="0" rtl="0" algn="just">
              <a:lnSpc>
                <a:spcPct val="140012"/>
              </a:lnSpc>
              <a:spcBef>
                <a:spcPts val="0"/>
              </a:spcBef>
              <a:spcAft>
                <a:spcPts val="0"/>
              </a:spcAft>
              <a:buClr>
                <a:srgbClr val="000000"/>
              </a:buClr>
              <a:buSzPts val="3199"/>
              <a:buFont typeface="Arial"/>
              <a:buChar char="•"/>
            </a:pPr>
            <a:r>
              <a:rPr b="0" i="0" lang="en-US" sz="3199" u="none" cap="none" strike="noStrike">
                <a:solidFill>
                  <a:srgbClr val="000000"/>
                </a:solidFill>
                <a:latin typeface="Arial"/>
                <a:ea typeface="Arial"/>
                <a:cs typeface="Arial"/>
                <a:sym typeface="Arial"/>
              </a:rPr>
              <a:t>Sistema de registro e inicio de sesión de usuarios.</a:t>
            </a:r>
            <a:endParaRPr/>
          </a:p>
          <a:p>
            <a:pPr indent="0" lvl="0" marL="0" marR="0" rtl="0" algn="just">
              <a:lnSpc>
                <a:spcPct val="140012"/>
              </a:lnSpc>
              <a:spcBef>
                <a:spcPts val="0"/>
              </a:spcBef>
              <a:spcAft>
                <a:spcPts val="0"/>
              </a:spcAft>
              <a:buNone/>
            </a:pPr>
            <a:r>
              <a:t/>
            </a:r>
            <a:endParaRPr b="0" i="0" sz="3199" u="none" cap="none" strike="noStrike">
              <a:solidFill>
                <a:srgbClr val="000000"/>
              </a:solidFill>
              <a:latin typeface="Arial"/>
              <a:ea typeface="Arial"/>
              <a:cs typeface="Arial"/>
              <a:sym typeface="Arial"/>
            </a:endParaRPr>
          </a:p>
        </p:txBody>
      </p:sp>
      <p:sp>
        <p:nvSpPr>
          <p:cNvPr id="202" name="Google Shape;202;p10"/>
          <p:cNvSpPr/>
          <p:nvPr/>
        </p:nvSpPr>
        <p:spPr>
          <a:xfrm>
            <a:off x="9361505" y="2983661"/>
            <a:ext cx="8624576" cy="6928410"/>
          </a:xfrm>
          <a:custGeom>
            <a:rect b="b" l="l" r="r" t="t"/>
            <a:pathLst>
              <a:path extrusionOk="0" h="6928410" w="8624576">
                <a:moveTo>
                  <a:pt x="0" y="0"/>
                </a:moveTo>
                <a:lnTo>
                  <a:pt x="8624577" y="0"/>
                </a:lnTo>
                <a:lnTo>
                  <a:pt x="8624577" y="6928410"/>
                </a:lnTo>
                <a:lnTo>
                  <a:pt x="0" y="6928410"/>
                </a:lnTo>
                <a:lnTo>
                  <a:pt x="0" y="0"/>
                </a:lnTo>
                <a:close/>
              </a:path>
            </a:pathLst>
          </a:custGeom>
          <a:blipFill rotWithShape="1">
            <a:blip r:embed="rId4">
              <a:alphaModFix/>
            </a:blip>
            <a:stretch>
              <a:fillRect b="0" l="0" r="0" t="0"/>
            </a:stretch>
          </a:blipFill>
          <a:ln>
            <a:noFill/>
          </a:ln>
        </p:spPr>
      </p:sp>
      <p:sp>
        <p:nvSpPr>
          <p:cNvPr id="203" name="Google Shape;203;p10"/>
          <p:cNvSpPr txBox="1"/>
          <p:nvPr/>
        </p:nvSpPr>
        <p:spPr>
          <a:xfrm>
            <a:off x="10015033" y="4056500"/>
            <a:ext cx="6135600" cy="1871400"/>
          </a:xfrm>
          <a:prstGeom prst="rect">
            <a:avLst/>
          </a:prstGeom>
          <a:noFill/>
          <a:ln>
            <a:noFill/>
          </a:ln>
        </p:spPr>
        <p:txBody>
          <a:bodyPr anchorCtr="0" anchor="t" bIns="0" lIns="0" spcFirstLastPara="1" rIns="0" wrap="square" tIns="0">
            <a:spAutoFit/>
          </a:bodyPr>
          <a:lstStyle/>
          <a:p>
            <a:pPr indent="0" lvl="0" marL="0" marR="0" rtl="0" algn="just">
              <a:lnSpc>
                <a:spcPct val="140012"/>
              </a:lnSpc>
              <a:spcBef>
                <a:spcPts val="0"/>
              </a:spcBef>
              <a:spcAft>
                <a:spcPts val="0"/>
              </a:spcAft>
              <a:buNone/>
            </a:pPr>
            <a:r>
              <a:rPr b="1" i="0" lang="en-US" sz="3199" u="sng" cap="none" strike="noStrike">
                <a:solidFill>
                  <a:srgbClr val="000000"/>
                </a:solidFill>
                <a:latin typeface="Arial"/>
                <a:ea typeface="Arial"/>
                <a:cs typeface="Arial"/>
                <a:sym typeface="Arial"/>
              </a:rPr>
              <a:t>No funcionales:</a:t>
            </a:r>
            <a:endParaRPr/>
          </a:p>
          <a:p>
            <a:pPr indent="-345439" lvl="1" marL="690879" marR="0" rtl="0" algn="just">
              <a:lnSpc>
                <a:spcPct val="140012"/>
              </a:lnSpc>
              <a:spcBef>
                <a:spcPts val="0"/>
              </a:spcBef>
              <a:spcAft>
                <a:spcPts val="0"/>
              </a:spcAft>
              <a:buClr>
                <a:srgbClr val="000000"/>
              </a:buClr>
              <a:buSzPts val="3199"/>
              <a:buFont typeface="Arial"/>
              <a:buChar char="•"/>
            </a:pPr>
            <a:r>
              <a:rPr b="0" i="0" lang="en-US" sz="3199" u="none" cap="none" strike="noStrike">
                <a:solidFill>
                  <a:srgbClr val="000000"/>
                </a:solidFill>
                <a:latin typeface="Arial"/>
                <a:ea typeface="Arial"/>
                <a:cs typeface="Arial"/>
                <a:sym typeface="Arial"/>
              </a:rPr>
              <a:t>Interfaz legible </a:t>
            </a:r>
            <a:r>
              <a:rPr lang="en-US" sz="3199"/>
              <a:t>e</a:t>
            </a:r>
            <a:r>
              <a:rPr b="0" i="0" lang="en-US" sz="3199" u="none" cap="none" strike="noStrike">
                <a:solidFill>
                  <a:srgbClr val="000000"/>
                </a:solidFill>
                <a:latin typeface="Arial"/>
                <a:ea typeface="Arial"/>
                <a:cs typeface="Arial"/>
                <a:sym typeface="Arial"/>
              </a:rPr>
              <a:t> intuitiva</a:t>
            </a:r>
            <a:endParaRPr/>
          </a:p>
          <a:p>
            <a:pPr indent="0" lvl="0" marL="0" marR="0" rtl="0" algn="just">
              <a:lnSpc>
                <a:spcPct val="140012"/>
              </a:lnSpc>
              <a:spcBef>
                <a:spcPts val="0"/>
              </a:spcBef>
              <a:spcAft>
                <a:spcPts val="0"/>
              </a:spcAft>
              <a:buNone/>
            </a:pPr>
            <a:r>
              <a:t/>
            </a:r>
            <a:endParaRPr b="0" i="0" sz="3199"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FEEF7"/>
        </a:solidFill>
      </p:bgPr>
    </p:bg>
    <p:spTree>
      <p:nvGrpSpPr>
        <p:cNvPr id="207" name="Shape 207"/>
        <p:cNvGrpSpPr/>
        <p:nvPr/>
      </p:nvGrpSpPr>
      <p:grpSpPr>
        <a:xfrm>
          <a:off x="0" y="0"/>
          <a:ext cx="0" cy="0"/>
          <a:chOff x="0" y="0"/>
          <a:chExt cx="0" cy="0"/>
        </a:xfrm>
      </p:grpSpPr>
      <p:sp>
        <p:nvSpPr>
          <p:cNvPr id="208" name="Google Shape;208;p11"/>
          <p:cNvSpPr/>
          <p:nvPr/>
        </p:nvSpPr>
        <p:spPr>
          <a:xfrm>
            <a:off x="-3778741" y="-1210660"/>
            <a:ext cx="11497660" cy="11497660"/>
          </a:xfrm>
          <a:custGeom>
            <a:rect b="b" l="l" r="r" t="t"/>
            <a:pathLst>
              <a:path extrusionOk="0" h="11497660" w="11497660">
                <a:moveTo>
                  <a:pt x="0" y="0"/>
                </a:moveTo>
                <a:lnTo>
                  <a:pt x="11497660" y="0"/>
                </a:lnTo>
                <a:lnTo>
                  <a:pt x="11497660" y="11497660"/>
                </a:lnTo>
                <a:lnTo>
                  <a:pt x="0" y="11497660"/>
                </a:lnTo>
                <a:lnTo>
                  <a:pt x="0" y="0"/>
                </a:lnTo>
                <a:close/>
              </a:path>
            </a:pathLst>
          </a:custGeom>
          <a:blipFill rotWithShape="1">
            <a:blip r:embed="rId3">
              <a:alphaModFix amt="50000"/>
            </a:blip>
            <a:stretch>
              <a:fillRect b="0" l="0" r="0" t="0"/>
            </a:stretch>
          </a:blipFill>
          <a:ln>
            <a:noFill/>
          </a:ln>
        </p:spPr>
      </p:sp>
      <p:sp>
        <p:nvSpPr>
          <p:cNvPr id="209" name="Google Shape;209;p11"/>
          <p:cNvSpPr/>
          <p:nvPr/>
        </p:nvSpPr>
        <p:spPr>
          <a:xfrm flipH="1">
            <a:off x="13252839" y="0"/>
            <a:ext cx="11497660" cy="11497660"/>
          </a:xfrm>
          <a:custGeom>
            <a:rect b="b" l="l" r="r" t="t"/>
            <a:pathLst>
              <a:path extrusionOk="0" h="11497660" w="11497660">
                <a:moveTo>
                  <a:pt x="11497659" y="0"/>
                </a:moveTo>
                <a:lnTo>
                  <a:pt x="0" y="0"/>
                </a:lnTo>
                <a:lnTo>
                  <a:pt x="0" y="11497660"/>
                </a:lnTo>
                <a:lnTo>
                  <a:pt x="11497659" y="11497660"/>
                </a:lnTo>
                <a:lnTo>
                  <a:pt x="11497659" y="0"/>
                </a:lnTo>
                <a:close/>
              </a:path>
            </a:pathLst>
          </a:custGeom>
          <a:blipFill rotWithShape="1">
            <a:blip r:embed="rId3">
              <a:alphaModFix amt="50000"/>
            </a:blip>
            <a:stretch>
              <a:fillRect b="0" l="0" r="0" t="0"/>
            </a:stretch>
          </a:blipFill>
          <a:ln>
            <a:noFill/>
          </a:ln>
        </p:spPr>
      </p:sp>
      <p:sp>
        <p:nvSpPr>
          <p:cNvPr id="210" name="Google Shape;210;p11"/>
          <p:cNvSpPr/>
          <p:nvPr/>
        </p:nvSpPr>
        <p:spPr>
          <a:xfrm>
            <a:off x="13893739" y="3604552"/>
            <a:ext cx="3071870" cy="5653748"/>
          </a:xfrm>
          <a:custGeom>
            <a:rect b="b" l="l" r="r" t="t"/>
            <a:pathLst>
              <a:path extrusionOk="0" h="5653748" w="3071870">
                <a:moveTo>
                  <a:pt x="0" y="0"/>
                </a:moveTo>
                <a:lnTo>
                  <a:pt x="3071870" y="0"/>
                </a:lnTo>
                <a:lnTo>
                  <a:pt x="3071870" y="5653748"/>
                </a:lnTo>
                <a:lnTo>
                  <a:pt x="0" y="5653748"/>
                </a:lnTo>
                <a:lnTo>
                  <a:pt x="0" y="0"/>
                </a:lnTo>
                <a:close/>
              </a:path>
            </a:pathLst>
          </a:custGeom>
          <a:blipFill rotWithShape="1">
            <a:blip r:embed="rId4">
              <a:alphaModFix/>
            </a:blip>
            <a:stretch>
              <a:fillRect b="0" l="0" r="0" t="0"/>
            </a:stretch>
          </a:blipFill>
          <a:ln>
            <a:noFill/>
          </a:ln>
        </p:spPr>
      </p:sp>
      <p:sp>
        <p:nvSpPr>
          <p:cNvPr id="211" name="Google Shape;211;p11"/>
          <p:cNvSpPr/>
          <p:nvPr/>
        </p:nvSpPr>
        <p:spPr>
          <a:xfrm>
            <a:off x="3898243" y="2028832"/>
            <a:ext cx="10491513" cy="6229336"/>
          </a:xfrm>
          <a:custGeom>
            <a:rect b="b" l="l" r="r" t="t"/>
            <a:pathLst>
              <a:path extrusionOk="0" h="6229336" w="10491513">
                <a:moveTo>
                  <a:pt x="0" y="0"/>
                </a:moveTo>
                <a:lnTo>
                  <a:pt x="10491514" y="0"/>
                </a:lnTo>
                <a:lnTo>
                  <a:pt x="10491514" y="6229336"/>
                </a:lnTo>
                <a:lnTo>
                  <a:pt x="0" y="6229336"/>
                </a:lnTo>
                <a:lnTo>
                  <a:pt x="0" y="0"/>
                </a:lnTo>
                <a:close/>
              </a:path>
            </a:pathLst>
          </a:custGeom>
          <a:blipFill rotWithShape="1">
            <a:blip r:embed="rId5">
              <a:alphaModFix/>
            </a:blip>
            <a:stretch>
              <a:fillRect b="0" l="0" r="0" t="0"/>
            </a:stretch>
          </a:blipFill>
          <a:ln>
            <a:noFill/>
          </a:ln>
        </p:spPr>
      </p:sp>
      <p:sp>
        <p:nvSpPr>
          <p:cNvPr id="212" name="Google Shape;212;p11"/>
          <p:cNvSpPr/>
          <p:nvPr/>
        </p:nvSpPr>
        <p:spPr>
          <a:xfrm>
            <a:off x="1028700" y="1028700"/>
            <a:ext cx="2113205" cy="1901884"/>
          </a:xfrm>
          <a:custGeom>
            <a:rect b="b" l="l" r="r" t="t"/>
            <a:pathLst>
              <a:path extrusionOk="0" h="1901884" w="2113205">
                <a:moveTo>
                  <a:pt x="0" y="0"/>
                </a:moveTo>
                <a:lnTo>
                  <a:pt x="2113205" y="0"/>
                </a:lnTo>
                <a:lnTo>
                  <a:pt x="2113205" y="1901884"/>
                </a:lnTo>
                <a:lnTo>
                  <a:pt x="0" y="1901884"/>
                </a:lnTo>
                <a:lnTo>
                  <a:pt x="0" y="0"/>
                </a:lnTo>
                <a:close/>
              </a:path>
            </a:pathLst>
          </a:custGeom>
          <a:blipFill rotWithShape="1">
            <a:blip r:embed="rId6">
              <a:alphaModFix/>
            </a:blip>
            <a:stretch>
              <a:fillRect b="0" l="0" r="0" t="0"/>
            </a:stretch>
          </a:blipFill>
          <a:ln>
            <a:noFill/>
          </a:ln>
        </p:spPr>
      </p:sp>
      <p:sp>
        <p:nvSpPr>
          <p:cNvPr id="213" name="Google Shape;213;p11"/>
          <p:cNvSpPr txBox="1"/>
          <p:nvPr/>
        </p:nvSpPr>
        <p:spPr>
          <a:xfrm>
            <a:off x="4394261" y="4337226"/>
            <a:ext cx="9499477" cy="121857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8600" u="none" cap="none" strike="noStrike">
                <a:solidFill>
                  <a:srgbClr val="000000"/>
                </a:solidFill>
                <a:latin typeface="Arial"/>
                <a:ea typeface="Arial"/>
                <a:cs typeface="Arial"/>
                <a:sym typeface="Arial"/>
              </a:rPr>
              <a:t>Metodologia</a:t>
            </a:r>
            <a:endParaRPr/>
          </a:p>
        </p:txBody>
      </p:sp>
      <p:sp>
        <p:nvSpPr>
          <p:cNvPr id="214" name="Google Shape;214;p11"/>
          <p:cNvSpPr/>
          <p:nvPr/>
        </p:nvSpPr>
        <p:spPr>
          <a:xfrm>
            <a:off x="1028700" y="3587228"/>
            <a:ext cx="2113205" cy="1901884"/>
          </a:xfrm>
          <a:custGeom>
            <a:rect b="b" l="l" r="r" t="t"/>
            <a:pathLst>
              <a:path extrusionOk="0" h="1901884" w="2113205">
                <a:moveTo>
                  <a:pt x="0" y="0"/>
                </a:moveTo>
                <a:lnTo>
                  <a:pt x="2113205" y="0"/>
                </a:lnTo>
                <a:lnTo>
                  <a:pt x="2113205" y="1901884"/>
                </a:lnTo>
                <a:lnTo>
                  <a:pt x="0" y="1901884"/>
                </a:lnTo>
                <a:lnTo>
                  <a:pt x="0" y="0"/>
                </a:lnTo>
                <a:close/>
              </a:path>
            </a:pathLst>
          </a:custGeom>
          <a:blipFill rotWithShape="1">
            <a:blip r:embed="rId6">
              <a:alphaModFix/>
            </a:blip>
            <a:stretch>
              <a:fillRect b="0" l="0" r="0" t="0"/>
            </a:stretch>
          </a:blipFill>
          <a:ln>
            <a:noFill/>
          </a:ln>
        </p:spPr>
      </p:sp>
      <p:sp>
        <p:nvSpPr>
          <p:cNvPr id="215" name="Google Shape;215;p11"/>
          <p:cNvSpPr/>
          <p:nvPr/>
        </p:nvSpPr>
        <p:spPr>
          <a:xfrm>
            <a:off x="15219147" y="701000"/>
            <a:ext cx="2040153" cy="655399"/>
          </a:xfrm>
          <a:custGeom>
            <a:rect b="b" l="l" r="r" t="t"/>
            <a:pathLst>
              <a:path extrusionOk="0" h="655399" w="2040153">
                <a:moveTo>
                  <a:pt x="0" y="0"/>
                </a:moveTo>
                <a:lnTo>
                  <a:pt x="2040153" y="0"/>
                </a:lnTo>
                <a:lnTo>
                  <a:pt x="2040153" y="655400"/>
                </a:lnTo>
                <a:lnTo>
                  <a:pt x="0" y="655400"/>
                </a:lnTo>
                <a:lnTo>
                  <a:pt x="0" y="0"/>
                </a:lnTo>
                <a:close/>
              </a:path>
            </a:pathLst>
          </a:custGeom>
          <a:blipFill rotWithShape="1">
            <a:blip r:embed="rId7">
              <a:alphaModFix/>
            </a:blip>
            <a:stretch>
              <a:fillRect b="0" l="0" r="0" t="0"/>
            </a:stretch>
          </a:blipFill>
          <a:ln>
            <a:noFill/>
          </a:ln>
        </p:spPr>
      </p:sp>
      <p:sp>
        <p:nvSpPr>
          <p:cNvPr id="216" name="Google Shape;216;p11"/>
          <p:cNvSpPr/>
          <p:nvPr/>
        </p:nvSpPr>
        <p:spPr>
          <a:xfrm>
            <a:off x="2041606" y="4907301"/>
            <a:ext cx="1100298" cy="1683057"/>
          </a:xfrm>
          <a:custGeom>
            <a:rect b="b" l="l" r="r" t="t"/>
            <a:pathLst>
              <a:path extrusionOk="0" h="1683057" w="1100298">
                <a:moveTo>
                  <a:pt x="0" y="0"/>
                </a:moveTo>
                <a:lnTo>
                  <a:pt x="1100299" y="0"/>
                </a:lnTo>
                <a:lnTo>
                  <a:pt x="1100299" y="1683057"/>
                </a:lnTo>
                <a:lnTo>
                  <a:pt x="0" y="1683057"/>
                </a:lnTo>
                <a:lnTo>
                  <a:pt x="0" y="0"/>
                </a:lnTo>
                <a:close/>
              </a:path>
            </a:pathLst>
          </a:custGeom>
          <a:blipFill rotWithShape="1">
            <a:blip r:embed="rId8">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FEEF7"/>
        </a:solidFill>
      </p:bgPr>
    </p:bg>
    <p:spTree>
      <p:nvGrpSpPr>
        <p:cNvPr id="220" name="Shape 220"/>
        <p:cNvGrpSpPr/>
        <p:nvPr/>
      </p:nvGrpSpPr>
      <p:grpSpPr>
        <a:xfrm>
          <a:off x="0" y="0"/>
          <a:ext cx="0" cy="0"/>
          <a:chOff x="0" y="0"/>
          <a:chExt cx="0" cy="0"/>
        </a:xfrm>
      </p:grpSpPr>
      <p:sp>
        <p:nvSpPr>
          <p:cNvPr id="221" name="Google Shape;221;p12"/>
          <p:cNvSpPr/>
          <p:nvPr/>
        </p:nvSpPr>
        <p:spPr>
          <a:xfrm>
            <a:off x="-3778741" y="-1210660"/>
            <a:ext cx="11497660" cy="11497660"/>
          </a:xfrm>
          <a:custGeom>
            <a:rect b="b" l="l" r="r" t="t"/>
            <a:pathLst>
              <a:path extrusionOk="0" h="11497660" w="11497660">
                <a:moveTo>
                  <a:pt x="0" y="0"/>
                </a:moveTo>
                <a:lnTo>
                  <a:pt x="11497660" y="0"/>
                </a:lnTo>
                <a:lnTo>
                  <a:pt x="11497660" y="11497660"/>
                </a:lnTo>
                <a:lnTo>
                  <a:pt x="0" y="11497660"/>
                </a:lnTo>
                <a:lnTo>
                  <a:pt x="0" y="0"/>
                </a:lnTo>
                <a:close/>
              </a:path>
            </a:pathLst>
          </a:custGeom>
          <a:blipFill rotWithShape="1">
            <a:blip r:embed="rId3">
              <a:alphaModFix amt="50000"/>
            </a:blip>
            <a:stretch>
              <a:fillRect b="0" l="0" r="0" t="0"/>
            </a:stretch>
          </a:blipFill>
          <a:ln>
            <a:noFill/>
          </a:ln>
        </p:spPr>
      </p:sp>
      <p:sp>
        <p:nvSpPr>
          <p:cNvPr id="222" name="Google Shape;222;p12"/>
          <p:cNvSpPr/>
          <p:nvPr/>
        </p:nvSpPr>
        <p:spPr>
          <a:xfrm flipH="1">
            <a:off x="13252839" y="0"/>
            <a:ext cx="11497660" cy="11497660"/>
          </a:xfrm>
          <a:custGeom>
            <a:rect b="b" l="l" r="r" t="t"/>
            <a:pathLst>
              <a:path extrusionOk="0" h="11497660" w="11497660">
                <a:moveTo>
                  <a:pt x="11497659" y="0"/>
                </a:moveTo>
                <a:lnTo>
                  <a:pt x="0" y="0"/>
                </a:lnTo>
                <a:lnTo>
                  <a:pt x="0" y="11497660"/>
                </a:lnTo>
                <a:lnTo>
                  <a:pt x="11497659" y="11497660"/>
                </a:lnTo>
                <a:lnTo>
                  <a:pt x="11497659" y="0"/>
                </a:lnTo>
                <a:close/>
              </a:path>
            </a:pathLst>
          </a:custGeom>
          <a:blipFill rotWithShape="1">
            <a:blip r:embed="rId3">
              <a:alphaModFix amt="50000"/>
            </a:blip>
            <a:stretch>
              <a:fillRect b="0" l="0" r="0" t="0"/>
            </a:stretch>
          </a:blipFill>
          <a:ln>
            <a:noFill/>
          </a:ln>
        </p:spPr>
      </p:sp>
      <p:sp>
        <p:nvSpPr>
          <p:cNvPr id="223" name="Google Shape;223;p12"/>
          <p:cNvSpPr/>
          <p:nvPr/>
        </p:nvSpPr>
        <p:spPr>
          <a:xfrm>
            <a:off x="13893739" y="3604552"/>
            <a:ext cx="3071870" cy="5653748"/>
          </a:xfrm>
          <a:custGeom>
            <a:rect b="b" l="l" r="r" t="t"/>
            <a:pathLst>
              <a:path extrusionOk="0" h="5653748" w="3071870">
                <a:moveTo>
                  <a:pt x="0" y="0"/>
                </a:moveTo>
                <a:lnTo>
                  <a:pt x="3071870" y="0"/>
                </a:lnTo>
                <a:lnTo>
                  <a:pt x="3071870" y="5653748"/>
                </a:lnTo>
                <a:lnTo>
                  <a:pt x="0" y="5653748"/>
                </a:lnTo>
                <a:lnTo>
                  <a:pt x="0" y="0"/>
                </a:lnTo>
                <a:close/>
              </a:path>
            </a:pathLst>
          </a:custGeom>
          <a:blipFill rotWithShape="1">
            <a:blip r:embed="rId4">
              <a:alphaModFix/>
            </a:blip>
            <a:stretch>
              <a:fillRect b="0" l="0" r="0" t="0"/>
            </a:stretch>
          </a:blipFill>
          <a:ln>
            <a:noFill/>
          </a:ln>
        </p:spPr>
      </p:sp>
      <p:sp>
        <p:nvSpPr>
          <p:cNvPr id="224" name="Google Shape;224;p12"/>
          <p:cNvSpPr/>
          <p:nvPr/>
        </p:nvSpPr>
        <p:spPr>
          <a:xfrm>
            <a:off x="261963" y="1028700"/>
            <a:ext cx="2113205" cy="1901884"/>
          </a:xfrm>
          <a:custGeom>
            <a:rect b="b" l="l" r="r" t="t"/>
            <a:pathLst>
              <a:path extrusionOk="0" h="1901884" w="2113205">
                <a:moveTo>
                  <a:pt x="0" y="0"/>
                </a:moveTo>
                <a:lnTo>
                  <a:pt x="2113205" y="0"/>
                </a:lnTo>
                <a:lnTo>
                  <a:pt x="2113205" y="1901884"/>
                </a:lnTo>
                <a:lnTo>
                  <a:pt x="0" y="1901884"/>
                </a:lnTo>
                <a:lnTo>
                  <a:pt x="0" y="0"/>
                </a:lnTo>
                <a:close/>
              </a:path>
            </a:pathLst>
          </a:custGeom>
          <a:blipFill rotWithShape="1">
            <a:blip r:embed="rId5">
              <a:alphaModFix/>
            </a:blip>
            <a:stretch>
              <a:fillRect b="0" l="0" r="0" t="0"/>
            </a:stretch>
          </a:blipFill>
          <a:ln>
            <a:noFill/>
          </a:ln>
        </p:spPr>
      </p:sp>
      <p:sp>
        <p:nvSpPr>
          <p:cNvPr id="225" name="Google Shape;225;p12"/>
          <p:cNvSpPr/>
          <p:nvPr/>
        </p:nvSpPr>
        <p:spPr>
          <a:xfrm>
            <a:off x="261963" y="3587228"/>
            <a:ext cx="2113205" cy="1901884"/>
          </a:xfrm>
          <a:custGeom>
            <a:rect b="b" l="l" r="r" t="t"/>
            <a:pathLst>
              <a:path extrusionOk="0" h="1901884" w="2113205">
                <a:moveTo>
                  <a:pt x="0" y="0"/>
                </a:moveTo>
                <a:lnTo>
                  <a:pt x="2113205" y="0"/>
                </a:lnTo>
                <a:lnTo>
                  <a:pt x="2113205" y="1901884"/>
                </a:lnTo>
                <a:lnTo>
                  <a:pt x="0" y="1901884"/>
                </a:lnTo>
                <a:lnTo>
                  <a:pt x="0" y="0"/>
                </a:lnTo>
                <a:close/>
              </a:path>
            </a:pathLst>
          </a:custGeom>
          <a:blipFill rotWithShape="1">
            <a:blip r:embed="rId5">
              <a:alphaModFix/>
            </a:blip>
            <a:stretch>
              <a:fillRect b="0" l="0" r="0" t="0"/>
            </a:stretch>
          </a:blipFill>
          <a:ln>
            <a:noFill/>
          </a:ln>
        </p:spPr>
      </p:sp>
      <p:sp>
        <p:nvSpPr>
          <p:cNvPr id="226" name="Google Shape;226;p12"/>
          <p:cNvSpPr/>
          <p:nvPr/>
        </p:nvSpPr>
        <p:spPr>
          <a:xfrm>
            <a:off x="2538109" y="1316317"/>
            <a:ext cx="12891565" cy="7654367"/>
          </a:xfrm>
          <a:custGeom>
            <a:rect b="b" l="l" r="r" t="t"/>
            <a:pathLst>
              <a:path extrusionOk="0" h="7654367" w="12891565">
                <a:moveTo>
                  <a:pt x="0" y="0"/>
                </a:moveTo>
                <a:lnTo>
                  <a:pt x="12891565" y="0"/>
                </a:lnTo>
                <a:lnTo>
                  <a:pt x="12891565" y="7654366"/>
                </a:lnTo>
                <a:lnTo>
                  <a:pt x="0" y="7654366"/>
                </a:lnTo>
                <a:lnTo>
                  <a:pt x="0" y="0"/>
                </a:lnTo>
                <a:close/>
              </a:path>
            </a:pathLst>
          </a:custGeom>
          <a:blipFill rotWithShape="1">
            <a:blip r:embed="rId6">
              <a:alphaModFix/>
            </a:blip>
            <a:stretch>
              <a:fillRect b="0" l="0" r="0" t="0"/>
            </a:stretch>
          </a:blipFill>
          <a:ln>
            <a:noFill/>
          </a:ln>
        </p:spPr>
      </p:sp>
      <p:sp>
        <p:nvSpPr>
          <p:cNvPr id="227" name="Google Shape;227;p12"/>
          <p:cNvSpPr txBox="1"/>
          <p:nvPr/>
        </p:nvSpPr>
        <p:spPr>
          <a:xfrm>
            <a:off x="3431150" y="4801026"/>
            <a:ext cx="11425700" cy="24546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253" u="none" cap="none" strike="noStrike">
                <a:solidFill>
                  <a:srgbClr val="000000"/>
                </a:solidFill>
                <a:latin typeface="Arial"/>
                <a:ea typeface="Arial"/>
                <a:cs typeface="Arial"/>
                <a:sym typeface="Arial"/>
              </a:rPr>
              <a:t>En este proyecto se usará la metodología de “Cascada”, también llamada cómo “Tradicional”, debido al tiempo definido de desarrollo del semestre, aparte de traer ventajas de organización al equipo desarrollador del demo.</a:t>
            </a:r>
            <a:endParaRPr/>
          </a:p>
          <a:p>
            <a:pPr indent="0" lvl="0" marL="0" marR="0" rtl="0" algn="ctr">
              <a:lnSpc>
                <a:spcPct val="86474"/>
              </a:lnSpc>
              <a:spcBef>
                <a:spcPts val="0"/>
              </a:spcBef>
              <a:spcAft>
                <a:spcPts val="0"/>
              </a:spcAft>
              <a:buNone/>
            </a:pPr>
            <a:r>
              <a:t/>
            </a:r>
            <a:endParaRPr b="0" i="0" sz="3253" u="none" cap="none" strike="noStrike">
              <a:solidFill>
                <a:srgbClr val="000000"/>
              </a:solidFill>
              <a:latin typeface="Arial"/>
              <a:ea typeface="Arial"/>
              <a:cs typeface="Arial"/>
              <a:sym typeface="Arial"/>
            </a:endParaRPr>
          </a:p>
        </p:txBody>
      </p:sp>
      <p:sp>
        <p:nvSpPr>
          <p:cNvPr id="228" name="Google Shape;228;p12"/>
          <p:cNvSpPr/>
          <p:nvPr/>
        </p:nvSpPr>
        <p:spPr>
          <a:xfrm>
            <a:off x="15219147" y="701000"/>
            <a:ext cx="2040153" cy="655399"/>
          </a:xfrm>
          <a:custGeom>
            <a:rect b="b" l="l" r="r" t="t"/>
            <a:pathLst>
              <a:path extrusionOk="0" h="655399" w="2040153">
                <a:moveTo>
                  <a:pt x="0" y="0"/>
                </a:moveTo>
                <a:lnTo>
                  <a:pt x="2040153" y="0"/>
                </a:lnTo>
                <a:lnTo>
                  <a:pt x="2040153" y="655400"/>
                </a:lnTo>
                <a:lnTo>
                  <a:pt x="0" y="655400"/>
                </a:lnTo>
                <a:lnTo>
                  <a:pt x="0" y="0"/>
                </a:lnTo>
                <a:close/>
              </a:path>
            </a:pathLst>
          </a:custGeom>
          <a:blipFill rotWithShape="1">
            <a:blip r:embed="rId7">
              <a:alphaModFix/>
            </a:blip>
            <a:stretch>
              <a:fillRect b="0" l="0" r="0" t="0"/>
            </a:stretch>
          </a:blipFill>
          <a:ln>
            <a:noFill/>
          </a:ln>
        </p:spPr>
      </p:sp>
      <p:sp>
        <p:nvSpPr>
          <p:cNvPr id="229" name="Google Shape;229;p12"/>
          <p:cNvSpPr/>
          <p:nvPr/>
        </p:nvSpPr>
        <p:spPr>
          <a:xfrm>
            <a:off x="1437810" y="4538170"/>
            <a:ext cx="1100298" cy="1683057"/>
          </a:xfrm>
          <a:custGeom>
            <a:rect b="b" l="l" r="r" t="t"/>
            <a:pathLst>
              <a:path extrusionOk="0" h="1683057" w="1100298">
                <a:moveTo>
                  <a:pt x="0" y="0"/>
                </a:moveTo>
                <a:lnTo>
                  <a:pt x="1100299" y="0"/>
                </a:lnTo>
                <a:lnTo>
                  <a:pt x="1100299" y="1683057"/>
                </a:lnTo>
                <a:lnTo>
                  <a:pt x="0" y="1683057"/>
                </a:lnTo>
                <a:lnTo>
                  <a:pt x="0" y="0"/>
                </a:lnTo>
                <a:close/>
              </a:path>
            </a:pathLst>
          </a:custGeom>
          <a:blipFill rotWithShape="1">
            <a:blip r:embed="rId8">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