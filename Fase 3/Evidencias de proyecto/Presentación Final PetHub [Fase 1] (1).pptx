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ristik" charset="1" panose="02000503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Glacial Indifference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6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84263" y="4538170"/>
            <a:ext cx="11238404" cy="4720130"/>
          </a:xfrm>
          <a:custGeom>
            <a:avLst/>
            <a:gdLst/>
            <a:ahLst/>
            <a:cxnLst/>
            <a:rect r="r" b="b" t="t" l="l"/>
            <a:pathLst>
              <a:path h="4720130" w="11238404">
                <a:moveTo>
                  <a:pt x="0" y="0"/>
                </a:moveTo>
                <a:lnTo>
                  <a:pt x="11238404" y="0"/>
                </a:lnTo>
                <a:lnTo>
                  <a:pt x="11238404" y="4720130"/>
                </a:lnTo>
                <a:lnTo>
                  <a:pt x="0" y="4720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53375" y="2653984"/>
            <a:ext cx="11714141" cy="4129235"/>
          </a:xfrm>
          <a:custGeom>
            <a:avLst/>
            <a:gdLst/>
            <a:ahLst/>
            <a:cxnLst/>
            <a:rect r="r" b="b" t="t" l="l"/>
            <a:pathLst>
              <a:path h="4129235" w="11714141">
                <a:moveTo>
                  <a:pt x="0" y="0"/>
                </a:moveTo>
                <a:lnTo>
                  <a:pt x="11714141" y="0"/>
                </a:lnTo>
                <a:lnTo>
                  <a:pt x="11714141" y="4129234"/>
                </a:lnTo>
                <a:lnTo>
                  <a:pt x="0" y="4129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3162" y="3851618"/>
            <a:ext cx="10974566" cy="1914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2"/>
              </a:lnSpc>
            </a:pPr>
            <a:r>
              <a:rPr lang="en-US" sz="14991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PetHub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93349" y="1285536"/>
            <a:ext cx="8464088" cy="1082698"/>
          </a:xfrm>
          <a:custGeom>
            <a:avLst/>
            <a:gdLst/>
            <a:ahLst/>
            <a:cxnLst/>
            <a:rect r="r" b="b" t="t" l="l"/>
            <a:pathLst>
              <a:path h="1082698" w="8464088">
                <a:moveTo>
                  <a:pt x="0" y="0"/>
                </a:moveTo>
                <a:lnTo>
                  <a:pt x="8464088" y="0"/>
                </a:lnTo>
                <a:lnTo>
                  <a:pt x="8464088" y="1082698"/>
                </a:lnTo>
                <a:lnTo>
                  <a:pt x="0" y="1082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54797" y="6888710"/>
            <a:ext cx="7795512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INTEGRANTES:</a:t>
            </a:r>
          </a:p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 DIEGO ESTEBAN MEDEL AGUILERA </a:t>
            </a:r>
          </a:p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 TOMÁS IGNACIO DURÁN LEIVA </a:t>
            </a:r>
          </a:p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 HERNAN CHAMORRO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23162" y="5680032"/>
            <a:ext cx="1097456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APLICACION DE ADOPCIÓN DE MASCOTAS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01574" y="5372402"/>
            <a:ext cx="7315200" cy="752856"/>
          </a:xfrm>
          <a:custGeom>
            <a:avLst/>
            <a:gdLst/>
            <a:ahLst/>
            <a:cxnLst/>
            <a:rect r="r" b="b" t="t" l="l"/>
            <a:pathLst>
              <a:path h="752856" w="7315200">
                <a:moveTo>
                  <a:pt x="0" y="0"/>
                </a:moveTo>
                <a:lnTo>
                  <a:pt x="7315200" y="0"/>
                </a:lnTo>
                <a:lnTo>
                  <a:pt x="7315200" y="752856"/>
                </a:lnTo>
                <a:lnTo>
                  <a:pt x="0" y="75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8137" y="3625492"/>
            <a:ext cx="8368584" cy="5457014"/>
          </a:xfrm>
          <a:custGeom>
            <a:avLst/>
            <a:gdLst/>
            <a:ahLst/>
            <a:cxnLst/>
            <a:rect r="r" b="b" t="t" l="l"/>
            <a:pathLst>
              <a:path h="5457014" w="8368584">
                <a:moveTo>
                  <a:pt x="0" y="0"/>
                </a:moveTo>
                <a:lnTo>
                  <a:pt x="8368584" y="0"/>
                </a:lnTo>
                <a:lnTo>
                  <a:pt x="8368584" y="5457014"/>
                </a:lnTo>
                <a:lnTo>
                  <a:pt x="0" y="54570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72948" y="6948359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8" y="0"/>
                </a:lnTo>
                <a:lnTo>
                  <a:pt x="1100298" y="1683056"/>
                </a:lnTo>
                <a:lnTo>
                  <a:pt x="0" y="1683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74389" y="4500070"/>
            <a:ext cx="5710849" cy="328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972" indent="-356486" lvl="1">
              <a:lnSpc>
                <a:spcPts val="5283"/>
              </a:lnSpc>
              <a:buAutoNum type="arabicPeriod" startAt="1"/>
            </a:pPr>
            <a:r>
              <a:rPr lang="en-US" sz="3302" spc="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Contexto</a:t>
            </a:r>
          </a:p>
          <a:p>
            <a:pPr algn="l" marL="712972" indent="-356486" lvl="1">
              <a:lnSpc>
                <a:spcPts val="5283"/>
              </a:lnSpc>
              <a:buAutoNum type="arabicPeriod" startAt="1"/>
            </a:pPr>
            <a:r>
              <a:rPr lang="en-US" sz="3302" spc="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Objetivos</a:t>
            </a:r>
          </a:p>
          <a:p>
            <a:pPr algn="l" marL="712972" indent="-356486" lvl="1">
              <a:lnSpc>
                <a:spcPts val="5283"/>
              </a:lnSpc>
              <a:buAutoNum type="arabicPeriod" startAt="1"/>
            </a:pPr>
            <a:r>
              <a:rPr lang="en-US" sz="3302" spc="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Alcance del proyecto</a:t>
            </a:r>
          </a:p>
          <a:p>
            <a:pPr algn="l" marL="712972" indent="-356486" lvl="1">
              <a:lnSpc>
                <a:spcPts val="5283"/>
              </a:lnSpc>
              <a:buAutoNum type="arabicPeriod" startAt="1"/>
            </a:pPr>
            <a:r>
              <a:rPr lang="en-US" sz="3302" spc="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Requerimientos</a:t>
            </a:r>
          </a:p>
          <a:p>
            <a:pPr algn="l" marL="712972" indent="-356486" lvl="1">
              <a:lnSpc>
                <a:spcPts val="5283"/>
              </a:lnSpc>
              <a:buAutoNum type="arabicPeriod" startAt="1"/>
            </a:pPr>
            <a:r>
              <a:rPr lang="en-US" sz="3302" spc="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Metodología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250" y="609600"/>
            <a:ext cx="8635630" cy="269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38"/>
              </a:lnSpc>
              <a:spcBef>
                <a:spcPct val="0"/>
              </a:spcBef>
            </a:pPr>
            <a:r>
              <a:rPr lang="en-US" sz="14956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6294" y="134174"/>
            <a:ext cx="10224408" cy="2296232"/>
          </a:xfrm>
          <a:custGeom>
            <a:avLst/>
            <a:gdLst/>
            <a:ahLst/>
            <a:cxnLst/>
            <a:rect r="r" b="b" t="t" l="l"/>
            <a:pathLst>
              <a:path h="2296232" w="10224408">
                <a:moveTo>
                  <a:pt x="0" y="0"/>
                </a:moveTo>
                <a:lnTo>
                  <a:pt x="10224408" y="0"/>
                </a:lnTo>
                <a:lnTo>
                  <a:pt x="10224408" y="2296232"/>
                </a:lnTo>
                <a:lnTo>
                  <a:pt x="0" y="2296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0722" y="2937752"/>
            <a:ext cx="8624576" cy="6928410"/>
          </a:xfrm>
          <a:custGeom>
            <a:avLst/>
            <a:gdLst/>
            <a:ahLst/>
            <a:cxnLst/>
            <a:rect r="r" b="b" t="t" l="l"/>
            <a:pathLst>
              <a:path h="6928410" w="8624576">
                <a:moveTo>
                  <a:pt x="0" y="0"/>
                </a:moveTo>
                <a:lnTo>
                  <a:pt x="8624576" y="0"/>
                </a:lnTo>
                <a:lnTo>
                  <a:pt x="8624576" y="6928410"/>
                </a:lnTo>
                <a:lnTo>
                  <a:pt x="0" y="6928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2088" y="728010"/>
            <a:ext cx="5053972" cy="1448805"/>
          </a:xfrm>
          <a:custGeom>
            <a:avLst/>
            <a:gdLst/>
            <a:ahLst/>
            <a:cxnLst/>
            <a:rect r="r" b="b" t="t" l="l"/>
            <a:pathLst>
              <a:path h="1448805" w="5053972">
                <a:moveTo>
                  <a:pt x="0" y="0"/>
                </a:moveTo>
                <a:lnTo>
                  <a:pt x="5053972" y="0"/>
                </a:lnTo>
                <a:lnTo>
                  <a:pt x="5053972" y="1448806"/>
                </a:lnTo>
                <a:lnTo>
                  <a:pt x="0" y="14488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4250" y="4010592"/>
            <a:ext cx="6732012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Problema:</a:t>
            </a: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El incremento del abandono de mascotas en las calles de Santiago y la carencia de la concientización y educación sobre la tenencia responsable de animales, genera una problemática social y sanitaria que afecta tanto a animales como a la población.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99830" y="816216"/>
            <a:ext cx="9357335" cy="133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  <a:spcBef>
                <a:spcPct val="0"/>
              </a:spcBef>
            </a:pPr>
            <a:r>
              <a:rPr lang="en-US" sz="7499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Contexto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11759" y="2937752"/>
            <a:ext cx="8624576" cy="6928410"/>
          </a:xfrm>
          <a:custGeom>
            <a:avLst/>
            <a:gdLst/>
            <a:ahLst/>
            <a:cxnLst/>
            <a:rect r="r" b="b" t="t" l="l"/>
            <a:pathLst>
              <a:path h="6928410" w="8624576">
                <a:moveTo>
                  <a:pt x="0" y="0"/>
                </a:moveTo>
                <a:lnTo>
                  <a:pt x="8624576" y="0"/>
                </a:lnTo>
                <a:lnTo>
                  <a:pt x="8624576" y="6928410"/>
                </a:lnTo>
                <a:lnTo>
                  <a:pt x="0" y="6928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65287" y="4010592"/>
            <a:ext cx="6135661" cy="39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Justificación:</a:t>
            </a: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ecesidad de disminuir el abandono de mascotas y promover el bienestar animal a través del uso de herramientas tecnológicas.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3739" y="3604552"/>
            <a:ext cx="3071870" cy="5653748"/>
          </a:xfrm>
          <a:custGeom>
            <a:avLst/>
            <a:gdLst/>
            <a:ahLst/>
            <a:cxnLst/>
            <a:rect r="r" b="b" t="t" l="l"/>
            <a:pathLst>
              <a:path h="5653748" w="3071870">
                <a:moveTo>
                  <a:pt x="0" y="0"/>
                </a:moveTo>
                <a:lnTo>
                  <a:pt x="3071870" y="0"/>
                </a:lnTo>
                <a:lnTo>
                  <a:pt x="3071870" y="5653748"/>
                </a:lnTo>
                <a:lnTo>
                  <a:pt x="0" y="5653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98243" y="2028832"/>
            <a:ext cx="10491513" cy="6229336"/>
          </a:xfrm>
          <a:custGeom>
            <a:avLst/>
            <a:gdLst/>
            <a:ahLst/>
            <a:cxnLst/>
            <a:rect r="r" b="b" t="t" l="l"/>
            <a:pathLst>
              <a:path h="6229336" w="10491513">
                <a:moveTo>
                  <a:pt x="0" y="0"/>
                </a:moveTo>
                <a:lnTo>
                  <a:pt x="10491514" y="0"/>
                </a:lnTo>
                <a:lnTo>
                  <a:pt x="10491514" y="6229336"/>
                </a:lnTo>
                <a:lnTo>
                  <a:pt x="0" y="6229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94261" y="4337226"/>
            <a:ext cx="9499477" cy="230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Objetivos del proyecto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41606" y="4907301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6821" y="728010"/>
            <a:ext cx="10224408" cy="2296232"/>
          </a:xfrm>
          <a:custGeom>
            <a:avLst/>
            <a:gdLst/>
            <a:ahLst/>
            <a:cxnLst/>
            <a:rect r="r" b="b" t="t" l="l"/>
            <a:pathLst>
              <a:path h="2296232" w="10224408">
                <a:moveTo>
                  <a:pt x="0" y="0"/>
                </a:moveTo>
                <a:lnTo>
                  <a:pt x="10224408" y="0"/>
                </a:lnTo>
                <a:lnTo>
                  <a:pt x="10224408" y="2296232"/>
                </a:lnTo>
                <a:lnTo>
                  <a:pt x="0" y="2296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6847" y="2743554"/>
            <a:ext cx="8624576" cy="6928410"/>
          </a:xfrm>
          <a:custGeom>
            <a:avLst/>
            <a:gdLst/>
            <a:ahLst/>
            <a:cxnLst/>
            <a:rect r="r" b="b" t="t" l="l"/>
            <a:pathLst>
              <a:path h="6928410" w="8624576">
                <a:moveTo>
                  <a:pt x="0" y="0"/>
                </a:moveTo>
                <a:lnTo>
                  <a:pt x="8624576" y="0"/>
                </a:lnTo>
                <a:lnTo>
                  <a:pt x="8624576" y="6928410"/>
                </a:lnTo>
                <a:lnTo>
                  <a:pt x="0" y="6928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5452" y="3730062"/>
            <a:ext cx="746828" cy="1504942"/>
          </a:xfrm>
          <a:custGeom>
            <a:avLst/>
            <a:gdLst/>
            <a:ahLst/>
            <a:cxnLst/>
            <a:rect r="r" b="b" t="t" l="l"/>
            <a:pathLst>
              <a:path h="1504942" w="746828">
                <a:moveTo>
                  <a:pt x="0" y="0"/>
                </a:moveTo>
                <a:lnTo>
                  <a:pt x="746827" y="0"/>
                </a:lnTo>
                <a:lnTo>
                  <a:pt x="746827" y="1504942"/>
                </a:lnTo>
                <a:lnTo>
                  <a:pt x="0" y="1504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22088" y="728010"/>
            <a:ext cx="5053972" cy="1448805"/>
          </a:xfrm>
          <a:custGeom>
            <a:avLst/>
            <a:gdLst/>
            <a:ahLst/>
            <a:cxnLst/>
            <a:rect r="r" b="b" t="t" l="l"/>
            <a:pathLst>
              <a:path h="1448805" w="5053972">
                <a:moveTo>
                  <a:pt x="0" y="0"/>
                </a:moveTo>
                <a:lnTo>
                  <a:pt x="5053972" y="0"/>
                </a:lnTo>
                <a:lnTo>
                  <a:pt x="5053972" y="1448806"/>
                </a:lnTo>
                <a:lnTo>
                  <a:pt x="0" y="1448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000375" y="3816393"/>
            <a:ext cx="6604222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aplicación móvil orientada a la concientización sobre el abandono de mascotas y a la generación de oportunidades de adopción responsable, con el fin de brindar a los animales en situación de abandono o de mudanza la posibilidad de acceder a un nuevo hogar.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80357" y="1410053"/>
            <a:ext cx="9357335" cy="133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  <a:spcBef>
                <a:spcPct val="0"/>
              </a:spcBef>
            </a:pPr>
            <a:r>
              <a:rPr lang="en-US" sz="7499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Objetivo Principal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6821" y="644001"/>
            <a:ext cx="10598476" cy="2380241"/>
          </a:xfrm>
          <a:custGeom>
            <a:avLst/>
            <a:gdLst/>
            <a:ahLst/>
            <a:cxnLst/>
            <a:rect r="r" b="b" t="t" l="l"/>
            <a:pathLst>
              <a:path h="2380241" w="10598476">
                <a:moveTo>
                  <a:pt x="0" y="0"/>
                </a:moveTo>
                <a:lnTo>
                  <a:pt x="10598475" y="0"/>
                </a:lnTo>
                <a:lnTo>
                  <a:pt x="10598475" y="2380241"/>
                </a:lnTo>
                <a:lnTo>
                  <a:pt x="0" y="2380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6847" y="2743554"/>
            <a:ext cx="8624576" cy="6928410"/>
          </a:xfrm>
          <a:custGeom>
            <a:avLst/>
            <a:gdLst/>
            <a:ahLst/>
            <a:cxnLst/>
            <a:rect r="r" b="b" t="t" l="l"/>
            <a:pathLst>
              <a:path h="6928410" w="8624576">
                <a:moveTo>
                  <a:pt x="0" y="0"/>
                </a:moveTo>
                <a:lnTo>
                  <a:pt x="8624576" y="0"/>
                </a:lnTo>
                <a:lnTo>
                  <a:pt x="8624576" y="6928410"/>
                </a:lnTo>
                <a:lnTo>
                  <a:pt x="0" y="6928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5452" y="3730062"/>
            <a:ext cx="746828" cy="1504942"/>
          </a:xfrm>
          <a:custGeom>
            <a:avLst/>
            <a:gdLst/>
            <a:ahLst/>
            <a:cxnLst/>
            <a:rect r="r" b="b" t="t" l="l"/>
            <a:pathLst>
              <a:path h="1504942" w="746828">
                <a:moveTo>
                  <a:pt x="0" y="0"/>
                </a:moveTo>
                <a:lnTo>
                  <a:pt x="746827" y="0"/>
                </a:lnTo>
                <a:lnTo>
                  <a:pt x="746827" y="1504942"/>
                </a:lnTo>
                <a:lnTo>
                  <a:pt x="0" y="1504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422088" y="728010"/>
            <a:ext cx="5053972" cy="1448805"/>
          </a:xfrm>
          <a:custGeom>
            <a:avLst/>
            <a:gdLst/>
            <a:ahLst/>
            <a:cxnLst/>
            <a:rect r="r" b="b" t="t" l="l"/>
            <a:pathLst>
              <a:path h="1448805" w="5053972">
                <a:moveTo>
                  <a:pt x="0" y="0"/>
                </a:moveTo>
                <a:lnTo>
                  <a:pt x="5053972" y="0"/>
                </a:lnTo>
                <a:lnTo>
                  <a:pt x="5053972" y="1448806"/>
                </a:lnTo>
                <a:lnTo>
                  <a:pt x="0" y="1448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97759" y="3741484"/>
            <a:ext cx="7647836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 de funciones tales como, registro de usuarios, publicación de mascotas, búsqueda filtrada, contacto entre usuarios(adopter, owner).</a:t>
            </a:r>
          </a:p>
          <a:p>
            <a:pPr algn="just">
              <a:lnSpc>
                <a:spcPts val="4479"/>
              </a:lnSpc>
            </a:pP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interfaz gráfica clara y accesible que facilite la interacción entre usuarios en la plataforma.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00779" y="1252388"/>
            <a:ext cx="10290558" cy="255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65"/>
              </a:lnSpc>
            </a:pPr>
            <a:r>
              <a:rPr lang="en-US" sz="7189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Objetivos Específicos</a:t>
            </a:r>
          </a:p>
          <a:p>
            <a:pPr algn="ctr">
              <a:lnSpc>
                <a:spcPts val="100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3739" y="3604552"/>
            <a:ext cx="3071870" cy="5653748"/>
          </a:xfrm>
          <a:custGeom>
            <a:avLst/>
            <a:gdLst/>
            <a:ahLst/>
            <a:cxnLst/>
            <a:rect r="r" b="b" t="t" l="l"/>
            <a:pathLst>
              <a:path h="5653748" w="3071870">
                <a:moveTo>
                  <a:pt x="0" y="0"/>
                </a:moveTo>
                <a:lnTo>
                  <a:pt x="3071870" y="0"/>
                </a:lnTo>
                <a:lnTo>
                  <a:pt x="3071870" y="5653748"/>
                </a:lnTo>
                <a:lnTo>
                  <a:pt x="0" y="5653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1963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1963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8109" y="2188610"/>
            <a:ext cx="12891565" cy="7654367"/>
          </a:xfrm>
          <a:custGeom>
            <a:avLst/>
            <a:gdLst/>
            <a:ahLst/>
            <a:cxnLst/>
            <a:rect r="r" b="b" t="t" l="l"/>
            <a:pathLst>
              <a:path h="7654367" w="12891565">
                <a:moveTo>
                  <a:pt x="0" y="0"/>
                </a:moveTo>
                <a:lnTo>
                  <a:pt x="12891565" y="0"/>
                </a:lnTo>
                <a:lnTo>
                  <a:pt x="12891565" y="7654367"/>
                </a:lnTo>
                <a:lnTo>
                  <a:pt x="0" y="7654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16582" y="5408274"/>
            <a:ext cx="12000753" cy="163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02443" indent="-351222" lvl="1">
              <a:lnSpc>
                <a:spcPts val="3253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El desarrollo de la aplicación solo para android</a:t>
            </a:r>
          </a:p>
          <a:p>
            <a:pPr algn="ctr">
              <a:lnSpc>
                <a:spcPts val="3253"/>
              </a:lnSpc>
            </a:pPr>
          </a:p>
          <a:p>
            <a:pPr algn="ctr" marL="702443" indent="-351222" lvl="1">
              <a:lnSpc>
                <a:spcPts val="3253"/>
              </a:lnSpc>
              <a:buFont typeface="Arial"/>
              <a:buChar char="•"/>
            </a:pPr>
            <a:r>
              <a:rPr lang="en-US" sz="3253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La demostración estará realizada con Flutter</a:t>
            </a:r>
          </a:p>
          <a:p>
            <a:pPr algn="ctr" marL="0" indent="0" lvl="0">
              <a:lnSpc>
                <a:spcPts val="281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7810" y="4538170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70089" y="554030"/>
            <a:ext cx="13893739" cy="100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</a:pPr>
            <a:r>
              <a:rPr lang="en-US" sz="70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Alcance del proyecto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7740" y="147683"/>
            <a:ext cx="8624576" cy="6928410"/>
          </a:xfrm>
          <a:custGeom>
            <a:avLst/>
            <a:gdLst/>
            <a:ahLst/>
            <a:cxnLst/>
            <a:rect r="r" b="b" t="t" l="l"/>
            <a:pathLst>
              <a:path h="6928410" w="8624576">
                <a:moveTo>
                  <a:pt x="0" y="0"/>
                </a:moveTo>
                <a:lnTo>
                  <a:pt x="8624576" y="0"/>
                </a:lnTo>
                <a:lnTo>
                  <a:pt x="8624576" y="6928410"/>
                </a:lnTo>
                <a:lnTo>
                  <a:pt x="0" y="692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22088" y="728010"/>
            <a:ext cx="5053972" cy="1448805"/>
          </a:xfrm>
          <a:custGeom>
            <a:avLst/>
            <a:gdLst/>
            <a:ahLst/>
            <a:cxnLst/>
            <a:rect r="r" b="b" t="t" l="l"/>
            <a:pathLst>
              <a:path h="1448805" w="5053972">
                <a:moveTo>
                  <a:pt x="0" y="0"/>
                </a:moveTo>
                <a:lnTo>
                  <a:pt x="5053972" y="0"/>
                </a:lnTo>
                <a:lnTo>
                  <a:pt x="5053972" y="1448806"/>
                </a:lnTo>
                <a:lnTo>
                  <a:pt x="0" y="14488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1267" y="1220522"/>
            <a:ext cx="6135661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Funcionales: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Formulario de publicación dentro de la plataforma (para dar mascotas en adopción)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Búsqueda con filtros(especie, edad, tamaño, etc.)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registro e inicio de sesión de usuarios.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61505" y="2983661"/>
            <a:ext cx="8624576" cy="6928410"/>
          </a:xfrm>
          <a:custGeom>
            <a:avLst/>
            <a:gdLst/>
            <a:ahLst/>
            <a:cxnLst/>
            <a:rect r="r" b="b" t="t" l="l"/>
            <a:pathLst>
              <a:path h="6928410" w="8624576">
                <a:moveTo>
                  <a:pt x="0" y="0"/>
                </a:moveTo>
                <a:lnTo>
                  <a:pt x="8624577" y="0"/>
                </a:lnTo>
                <a:lnTo>
                  <a:pt x="8624577" y="6928410"/>
                </a:lnTo>
                <a:lnTo>
                  <a:pt x="0" y="692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15033" y="4056500"/>
            <a:ext cx="6135661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199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 funcionales:</a:t>
            </a:r>
          </a:p>
          <a:p>
            <a:pPr algn="just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 legible e intuitiva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99162"/>
            <a:ext cx="7391416" cy="179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1"/>
              </a:lnSpc>
            </a:pPr>
            <a:r>
              <a:rPr lang="en-US" sz="6691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Requerimientos</a:t>
            </a:r>
          </a:p>
          <a:p>
            <a:pPr algn="ctr" marL="0" indent="0" lvl="0">
              <a:lnSpc>
                <a:spcPts val="669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3739" y="3604552"/>
            <a:ext cx="3071870" cy="5653748"/>
          </a:xfrm>
          <a:custGeom>
            <a:avLst/>
            <a:gdLst/>
            <a:ahLst/>
            <a:cxnLst/>
            <a:rect r="r" b="b" t="t" l="l"/>
            <a:pathLst>
              <a:path h="5653748" w="3071870">
                <a:moveTo>
                  <a:pt x="0" y="0"/>
                </a:moveTo>
                <a:lnTo>
                  <a:pt x="3071870" y="0"/>
                </a:lnTo>
                <a:lnTo>
                  <a:pt x="3071870" y="5653748"/>
                </a:lnTo>
                <a:lnTo>
                  <a:pt x="0" y="5653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1963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1963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7810" y="4538170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47419" y="603267"/>
            <a:ext cx="9499477" cy="12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Metodologia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346486" y="2234700"/>
            <a:ext cx="9595027" cy="7708005"/>
          </a:xfrm>
          <a:custGeom>
            <a:avLst/>
            <a:gdLst/>
            <a:ahLst/>
            <a:cxnLst/>
            <a:rect r="r" b="b" t="t" l="l"/>
            <a:pathLst>
              <a:path h="7708005" w="9595027">
                <a:moveTo>
                  <a:pt x="0" y="0"/>
                </a:moveTo>
                <a:lnTo>
                  <a:pt x="9595028" y="0"/>
                </a:lnTo>
                <a:lnTo>
                  <a:pt x="9595028" y="7708006"/>
                </a:lnTo>
                <a:lnTo>
                  <a:pt x="0" y="77080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587439" y="2930584"/>
            <a:ext cx="6419437" cy="6339194"/>
          </a:xfrm>
          <a:custGeom>
            <a:avLst/>
            <a:gdLst/>
            <a:ahLst/>
            <a:cxnLst/>
            <a:rect r="r" b="b" t="t" l="l"/>
            <a:pathLst>
              <a:path h="6339194" w="6419437">
                <a:moveTo>
                  <a:pt x="0" y="0"/>
                </a:moveTo>
                <a:lnTo>
                  <a:pt x="6419437" y="0"/>
                </a:lnTo>
                <a:lnTo>
                  <a:pt x="6419437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06301" y="0"/>
            <a:ext cx="7075397" cy="4201017"/>
          </a:xfrm>
          <a:custGeom>
            <a:avLst/>
            <a:gdLst/>
            <a:ahLst/>
            <a:cxnLst/>
            <a:rect r="r" b="b" t="t" l="l"/>
            <a:pathLst>
              <a:path h="4201017" w="7075397">
                <a:moveTo>
                  <a:pt x="0" y="0"/>
                </a:moveTo>
                <a:lnTo>
                  <a:pt x="7075398" y="0"/>
                </a:lnTo>
                <a:lnTo>
                  <a:pt x="7075398" y="4201017"/>
                </a:lnTo>
                <a:lnTo>
                  <a:pt x="0" y="4201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41606" y="4907301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4175" y="4759949"/>
            <a:ext cx="8361844" cy="4964845"/>
          </a:xfrm>
          <a:custGeom>
            <a:avLst/>
            <a:gdLst/>
            <a:ahLst/>
            <a:cxnLst/>
            <a:rect r="r" b="b" t="t" l="l"/>
            <a:pathLst>
              <a:path h="4964845" w="8361844">
                <a:moveTo>
                  <a:pt x="0" y="0"/>
                </a:moveTo>
                <a:lnTo>
                  <a:pt x="8361844" y="0"/>
                </a:lnTo>
                <a:lnTo>
                  <a:pt x="8361844" y="4964845"/>
                </a:lnTo>
                <a:lnTo>
                  <a:pt x="0" y="4964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4735" y="4759949"/>
            <a:ext cx="8361844" cy="4964845"/>
          </a:xfrm>
          <a:custGeom>
            <a:avLst/>
            <a:gdLst/>
            <a:ahLst/>
            <a:cxnLst/>
            <a:rect r="r" b="b" t="t" l="l"/>
            <a:pathLst>
              <a:path h="4964845" w="8361844">
                <a:moveTo>
                  <a:pt x="0" y="0"/>
                </a:moveTo>
                <a:lnTo>
                  <a:pt x="8361844" y="0"/>
                </a:lnTo>
                <a:lnTo>
                  <a:pt x="8361844" y="4964845"/>
                </a:lnTo>
                <a:lnTo>
                  <a:pt x="0" y="4964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040" y="6773787"/>
            <a:ext cx="1626874" cy="1626874"/>
          </a:xfrm>
          <a:custGeom>
            <a:avLst/>
            <a:gdLst/>
            <a:ahLst/>
            <a:cxnLst/>
            <a:rect r="r" b="b" t="t" l="l"/>
            <a:pathLst>
              <a:path h="1626874" w="1626874">
                <a:moveTo>
                  <a:pt x="0" y="0"/>
                </a:moveTo>
                <a:lnTo>
                  <a:pt x="1626874" y="0"/>
                </a:lnTo>
                <a:lnTo>
                  <a:pt x="1626874" y="1626874"/>
                </a:lnTo>
                <a:lnTo>
                  <a:pt x="0" y="16268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52250" y="6824377"/>
            <a:ext cx="1525693" cy="1525693"/>
          </a:xfrm>
          <a:custGeom>
            <a:avLst/>
            <a:gdLst/>
            <a:ahLst/>
            <a:cxnLst/>
            <a:rect r="r" b="b" t="t" l="l"/>
            <a:pathLst>
              <a:path h="1525693" w="1525693">
                <a:moveTo>
                  <a:pt x="0" y="0"/>
                </a:moveTo>
                <a:lnTo>
                  <a:pt x="1525694" y="0"/>
                </a:lnTo>
                <a:lnTo>
                  <a:pt x="1525694" y="1525693"/>
                </a:lnTo>
                <a:lnTo>
                  <a:pt x="0" y="15256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36163" y="6773787"/>
            <a:ext cx="1626874" cy="1626874"/>
          </a:xfrm>
          <a:custGeom>
            <a:avLst/>
            <a:gdLst/>
            <a:ahLst/>
            <a:cxnLst/>
            <a:rect r="r" b="b" t="t" l="l"/>
            <a:pathLst>
              <a:path h="1626874" w="1626874">
                <a:moveTo>
                  <a:pt x="0" y="0"/>
                </a:moveTo>
                <a:lnTo>
                  <a:pt x="1626874" y="0"/>
                </a:lnTo>
                <a:lnTo>
                  <a:pt x="1626874" y="1626874"/>
                </a:lnTo>
                <a:lnTo>
                  <a:pt x="0" y="16268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47188" y="6386341"/>
            <a:ext cx="2871959" cy="2871959"/>
          </a:xfrm>
          <a:custGeom>
            <a:avLst/>
            <a:gdLst/>
            <a:ahLst/>
            <a:cxnLst/>
            <a:rect r="r" b="b" t="t" l="l"/>
            <a:pathLst>
              <a:path h="2871959" w="2871959">
                <a:moveTo>
                  <a:pt x="0" y="0"/>
                </a:moveTo>
                <a:lnTo>
                  <a:pt x="2871959" y="0"/>
                </a:lnTo>
                <a:lnTo>
                  <a:pt x="2871959" y="2871959"/>
                </a:lnTo>
                <a:lnTo>
                  <a:pt x="0" y="28719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940812" y="1556101"/>
            <a:ext cx="6406376" cy="82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9"/>
              </a:lnSpc>
            </a:pPr>
            <a:r>
              <a:rPr lang="en-US" sz="5799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Tecnologías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7546" y="8610211"/>
            <a:ext cx="2764359" cy="45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Framework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1905" y="8610211"/>
            <a:ext cx="2764359" cy="45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Lenguaje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67420" y="8610211"/>
            <a:ext cx="2764359" cy="45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IDE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94941" y="7270946"/>
            <a:ext cx="2764359" cy="85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</a:pPr>
            <a:r>
              <a:rPr lang="en-US" sz="32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Base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10992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18748" y="1744402"/>
            <a:ext cx="13850503" cy="7513898"/>
          </a:xfrm>
          <a:custGeom>
            <a:avLst/>
            <a:gdLst/>
            <a:ahLst/>
            <a:cxnLst/>
            <a:rect r="r" b="b" t="t" l="l"/>
            <a:pathLst>
              <a:path h="7513898" w="13850503">
                <a:moveTo>
                  <a:pt x="0" y="0"/>
                </a:moveTo>
                <a:lnTo>
                  <a:pt x="13850504" y="0"/>
                </a:lnTo>
                <a:lnTo>
                  <a:pt x="13850504" y="7513898"/>
                </a:lnTo>
                <a:lnTo>
                  <a:pt x="0" y="7513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147" y="8416772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8" y="0"/>
                </a:lnTo>
                <a:lnTo>
                  <a:pt x="1100298" y="1683056"/>
                </a:lnTo>
                <a:lnTo>
                  <a:pt x="0" y="1683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40812" y="318346"/>
            <a:ext cx="6406376" cy="82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9"/>
              </a:lnSpc>
            </a:pPr>
            <a:r>
              <a:rPr lang="en-US" sz="5799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Backend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98243" y="2028832"/>
            <a:ext cx="10491513" cy="6229336"/>
          </a:xfrm>
          <a:custGeom>
            <a:avLst/>
            <a:gdLst/>
            <a:ahLst/>
            <a:cxnLst/>
            <a:rect r="r" b="b" t="t" l="l"/>
            <a:pathLst>
              <a:path h="6229336" w="10491513">
                <a:moveTo>
                  <a:pt x="0" y="0"/>
                </a:moveTo>
                <a:lnTo>
                  <a:pt x="10491514" y="0"/>
                </a:lnTo>
                <a:lnTo>
                  <a:pt x="10491514" y="6229336"/>
                </a:lnTo>
                <a:lnTo>
                  <a:pt x="0" y="6229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4261" y="4993026"/>
            <a:ext cx="9499477" cy="12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Demostración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41606" y="4907301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41606" y="4907301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86753" y="462276"/>
            <a:ext cx="11245933" cy="12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Mejoras futuras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698217" y="1921646"/>
            <a:ext cx="12891565" cy="7654367"/>
          </a:xfrm>
          <a:custGeom>
            <a:avLst/>
            <a:gdLst/>
            <a:ahLst/>
            <a:cxnLst/>
            <a:rect r="r" b="b" t="t" l="l"/>
            <a:pathLst>
              <a:path h="7654367" w="12891565">
                <a:moveTo>
                  <a:pt x="0" y="0"/>
                </a:moveTo>
                <a:lnTo>
                  <a:pt x="12891566" y="0"/>
                </a:lnTo>
                <a:lnTo>
                  <a:pt x="12891566" y="7654367"/>
                </a:lnTo>
                <a:lnTo>
                  <a:pt x="0" y="76543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98243" y="2028832"/>
            <a:ext cx="10491513" cy="6229336"/>
          </a:xfrm>
          <a:custGeom>
            <a:avLst/>
            <a:gdLst/>
            <a:ahLst/>
            <a:cxnLst/>
            <a:rect r="r" b="b" t="t" l="l"/>
            <a:pathLst>
              <a:path h="6229336" w="10491513">
                <a:moveTo>
                  <a:pt x="0" y="0"/>
                </a:moveTo>
                <a:lnTo>
                  <a:pt x="10491514" y="0"/>
                </a:lnTo>
                <a:lnTo>
                  <a:pt x="10491514" y="6229336"/>
                </a:lnTo>
                <a:lnTo>
                  <a:pt x="0" y="6229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4261" y="4993026"/>
            <a:ext cx="9499477" cy="12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Conclusión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41606" y="4907301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F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78741" y="-121066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0" y="0"/>
                </a:moveTo>
                <a:lnTo>
                  <a:pt x="11497660" y="0"/>
                </a:lnTo>
                <a:lnTo>
                  <a:pt x="11497660" y="11497660"/>
                </a:lnTo>
                <a:lnTo>
                  <a:pt x="0" y="1149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252839" y="0"/>
            <a:ext cx="11497660" cy="11497660"/>
          </a:xfrm>
          <a:custGeom>
            <a:avLst/>
            <a:gdLst/>
            <a:ahLst/>
            <a:cxnLst/>
            <a:rect r="r" b="b" t="t" l="l"/>
            <a:pathLst>
              <a:path h="11497660" w="11497660">
                <a:moveTo>
                  <a:pt x="11497659" y="0"/>
                </a:moveTo>
                <a:lnTo>
                  <a:pt x="0" y="0"/>
                </a:lnTo>
                <a:lnTo>
                  <a:pt x="0" y="11497660"/>
                </a:lnTo>
                <a:lnTo>
                  <a:pt x="11497659" y="11497660"/>
                </a:lnTo>
                <a:lnTo>
                  <a:pt x="1149765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98243" y="2028832"/>
            <a:ext cx="10491513" cy="6229336"/>
          </a:xfrm>
          <a:custGeom>
            <a:avLst/>
            <a:gdLst/>
            <a:ahLst/>
            <a:cxnLst/>
            <a:rect r="r" b="b" t="t" l="l"/>
            <a:pathLst>
              <a:path h="6229336" w="10491513">
                <a:moveTo>
                  <a:pt x="0" y="0"/>
                </a:moveTo>
                <a:lnTo>
                  <a:pt x="10491514" y="0"/>
                </a:lnTo>
                <a:lnTo>
                  <a:pt x="10491514" y="6229336"/>
                </a:lnTo>
                <a:lnTo>
                  <a:pt x="0" y="62293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4261" y="4993026"/>
            <a:ext cx="9499477" cy="121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00"/>
              </a:lnSpc>
            </a:pPr>
            <a:r>
              <a:rPr lang="en-US" sz="8600">
                <a:solidFill>
                  <a:srgbClr val="000000"/>
                </a:solidFill>
                <a:latin typeface="Cristik"/>
                <a:ea typeface="Cristik"/>
                <a:cs typeface="Cristik"/>
                <a:sym typeface="Cristik"/>
              </a:rPr>
              <a:t>Muchas 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3587228"/>
            <a:ext cx="2113205" cy="1901884"/>
          </a:xfrm>
          <a:custGeom>
            <a:avLst/>
            <a:gdLst/>
            <a:ahLst/>
            <a:cxnLst/>
            <a:rect r="r" b="b" t="t" l="l"/>
            <a:pathLst>
              <a:path h="1901884" w="2113205">
                <a:moveTo>
                  <a:pt x="0" y="0"/>
                </a:moveTo>
                <a:lnTo>
                  <a:pt x="2113205" y="0"/>
                </a:lnTo>
                <a:lnTo>
                  <a:pt x="2113205" y="1901884"/>
                </a:lnTo>
                <a:lnTo>
                  <a:pt x="0" y="1901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19147" y="701000"/>
            <a:ext cx="2040153" cy="655399"/>
          </a:xfrm>
          <a:custGeom>
            <a:avLst/>
            <a:gdLst/>
            <a:ahLst/>
            <a:cxnLst/>
            <a:rect r="r" b="b" t="t" l="l"/>
            <a:pathLst>
              <a:path h="655399" w="2040153">
                <a:moveTo>
                  <a:pt x="0" y="0"/>
                </a:moveTo>
                <a:lnTo>
                  <a:pt x="2040153" y="0"/>
                </a:lnTo>
                <a:lnTo>
                  <a:pt x="204015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41606" y="4907301"/>
            <a:ext cx="1100298" cy="1683057"/>
          </a:xfrm>
          <a:custGeom>
            <a:avLst/>
            <a:gdLst/>
            <a:ahLst/>
            <a:cxnLst/>
            <a:rect r="r" b="b" t="t" l="l"/>
            <a:pathLst>
              <a:path h="1683057" w="1100298">
                <a:moveTo>
                  <a:pt x="0" y="0"/>
                </a:moveTo>
                <a:lnTo>
                  <a:pt x="1100299" y="0"/>
                </a:lnTo>
                <a:lnTo>
                  <a:pt x="1100299" y="1683057"/>
                </a:lnTo>
                <a:lnTo>
                  <a:pt x="0" y="1683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DAGx9xFkGvg</dc:identifier>
  <dcterms:modified xsi:type="dcterms:W3CDTF">2011-08-01T06:04:30Z</dcterms:modified>
  <cp:revision>1</cp:revision>
  <dc:title>Presentación Final PetHub [Fase 1]</dc:title>
</cp:coreProperties>
</file>